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367" r:id="rId4"/>
    <p:sldId id="368" r:id="rId5"/>
    <p:sldId id="372" r:id="rId6"/>
    <p:sldId id="369" r:id="rId7"/>
    <p:sldId id="373" r:id="rId8"/>
    <p:sldId id="362" r:id="rId9"/>
    <p:sldId id="363" r:id="rId10"/>
    <p:sldId id="374" r:id="rId11"/>
    <p:sldId id="364" r:id="rId12"/>
    <p:sldId id="365" r:id="rId13"/>
    <p:sldId id="420" r:id="rId14"/>
    <p:sldId id="421" r:id="rId15"/>
    <p:sldId id="422" r:id="rId16"/>
    <p:sldId id="272" r:id="rId17"/>
    <p:sldId id="273" r:id="rId18"/>
    <p:sldId id="366" r:id="rId19"/>
    <p:sldId id="419" r:id="rId20"/>
    <p:sldId id="423" r:id="rId21"/>
    <p:sldId id="424" r:id="rId22"/>
    <p:sldId id="425" r:id="rId23"/>
    <p:sldId id="274" r:id="rId24"/>
    <p:sldId id="275" r:id="rId25"/>
    <p:sldId id="337" r:id="rId26"/>
    <p:sldId id="276" r:id="rId27"/>
    <p:sldId id="405" r:id="rId28"/>
    <p:sldId id="277" r:id="rId29"/>
    <p:sldId id="278" r:id="rId30"/>
    <p:sldId id="279" r:id="rId31"/>
    <p:sldId id="347" r:id="rId32"/>
    <p:sldId id="280" r:id="rId33"/>
    <p:sldId id="281" r:id="rId34"/>
    <p:sldId id="335" r:id="rId35"/>
    <p:sldId id="370" r:id="rId36"/>
    <p:sldId id="282" r:id="rId37"/>
    <p:sldId id="283" r:id="rId38"/>
    <p:sldId id="284" r:id="rId39"/>
    <p:sldId id="371" r:id="rId40"/>
    <p:sldId id="384" r:id="rId41"/>
    <p:sldId id="285" r:id="rId42"/>
    <p:sldId id="287" r:id="rId43"/>
    <p:sldId id="286" r:id="rId44"/>
    <p:sldId id="288" r:id="rId45"/>
    <p:sldId id="289" r:id="rId46"/>
    <p:sldId id="290" r:id="rId47"/>
    <p:sldId id="291" r:id="rId48"/>
    <p:sldId id="292" r:id="rId49"/>
    <p:sldId id="385" r:id="rId50"/>
    <p:sldId id="336" r:id="rId51"/>
    <p:sldId id="340" r:id="rId52"/>
    <p:sldId id="355" r:id="rId53"/>
    <p:sldId id="356" r:id="rId54"/>
    <p:sldId id="357" r:id="rId55"/>
    <p:sldId id="358" r:id="rId56"/>
    <p:sldId id="359" r:id="rId57"/>
    <p:sldId id="360" r:id="rId58"/>
    <p:sldId id="361" r:id="rId59"/>
    <p:sldId id="293" r:id="rId60"/>
    <p:sldId id="294" r:id="rId61"/>
    <p:sldId id="295" r:id="rId62"/>
    <p:sldId id="296" r:id="rId63"/>
    <p:sldId id="297" r:id="rId64"/>
    <p:sldId id="298" r:id="rId65"/>
    <p:sldId id="299" r:id="rId66"/>
    <p:sldId id="426" r:id="rId67"/>
    <p:sldId id="300" r:id="rId68"/>
    <p:sldId id="301" r:id="rId69"/>
    <p:sldId id="302" r:id="rId70"/>
    <p:sldId id="303" r:id="rId71"/>
    <p:sldId id="304" r:id="rId72"/>
    <p:sldId id="375" r:id="rId73"/>
    <p:sldId id="377" r:id="rId74"/>
    <p:sldId id="378" r:id="rId75"/>
    <p:sldId id="379" r:id="rId76"/>
    <p:sldId id="305" r:id="rId77"/>
    <p:sldId id="306" r:id="rId78"/>
    <p:sldId id="330" r:id="rId79"/>
    <p:sldId id="307" r:id="rId80"/>
    <p:sldId id="308" r:id="rId81"/>
    <p:sldId id="309" r:id="rId82"/>
    <p:sldId id="310" r:id="rId83"/>
    <p:sldId id="311" r:id="rId84"/>
    <p:sldId id="376" r:id="rId85"/>
    <p:sldId id="380" r:id="rId86"/>
    <p:sldId id="381" r:id="rId87"/>
    <p:sldId id="382" r:id="rId88"/>
    <p:sldId id="345" r:id="rId89"/>
    <p:sldId id="346" r:id="rId90"/>
    <p:sldId id="338" r:id="rId91"/>
    <p:sldId id="348" r:id="rId92"/>
    <p:sldId id="353" r:id="rId93"/>
    <p:sldId id="352" r:id="rId94"/>
    <p:sldId id="351" r:id="rId95"/>
    <p:sldId id="354" r:id="rId96"/>
    <p:sldId id="312" r:id="rId97"/>
    <p:sldId id="339" r:id="rId98"/>
    <p:sldId id="313" r:id="rId99"/>
    <p:sldId id="314" r:id="rId100"/>
    <p:sldId id="315" r:id="rId101"/>
    <p:sldId id="316" r:id="rId102"/>
    <p:sldId id="317" r:id="rId103"/>
    <p:sldId id="318" r:id="rId104"/>
    <p:sldId id="349" r:id="rId105"/>
    <p:sldId id="350" r:id="rId106"/>
    <p:sldId id="319" r:id="rId107"/>
    <p:sldId id="320" r:id="rId108"/>
    <p:sldId id="321" r:id="rId109"/>
    <p:sldId id="322" r:id="rId110"/>
    <p:sldId id="329" r:id="rId111"/>
    <p:sldId id="343" r:id="rId112"/>
    <p:sldId id="323" r:id="rId113"/>
    <p:sldId id="324" r:id="rId114"/>
    <p:sldId id="383" r:id="rId115"/>
    <p:sldId id="341" r:id="rId116"/>
    <p:sldId id="342" r:id="rId117"/>
    <p:sldId id="344" r:id="rId118"/>
    <p:sldId id="414" r:id="rId119"/>
    <p:sldId id="415" r:id="rId120"/>
    <p:sldId id="416" r:id="rId121"/>
    <p:sldId id="417" r:id="rId122"/>
    <p:sldId id="418" r:id="rId123"/>
    <p:sldId id="406" r:id="rId124"/>
    <p:sldId id="407" r:id="rId125"/>
    <p:sldId id="408" r:id="rId126"/>
    <p:sldId id="409" r:id="rId127"/>
    <p:sldId id="410" r:id="rId128"/>
    <p:sldId id="326" r:id="rId129"/>
    <p:sldId id="411" r:id="rId130"/>
    <p:sldId id="412" r:id="rId131"/>
    <p:sldId id="413" r:id="rId132"/>
    <p:sldId id="327" r:id="rId133"/>
    <p:sldId id="328" r:id="rId134"/>
    <p:sldId id="332" r:id="rId135"/>
    <p:sldId id="333" r:id="rId136"/>
    <p:sldId id="334" r:id="rId137"/>
    <p:sldId id="404" r:id="rId138"/>
    <p:sldId id="395" r:id="rId139"/>
    <p:sldId id="396" r:id="rId140"/>
    <p:sldId id="397" r:id="rId141"/>
    <p:sldId id="392" r:id="rId142"/>
    <p:sldId id="393" r:id="rId143"/>
    <p:sldId id="398" r:id="rId144"/>
    <p:sldId id="399" r:id="rId145"/>
    <p:sldId id="400" r:id="rId146"/>
    <p:sldId id="401" r:id="rId147"/>
    <p:sldId id="402" r:id="rId148"/>
    <p:sldId id="403" r:id="rId149"/>
    <p:sldId id="394" r:id="rId150"/>
    <p:sldId id="386" r:id="rId151"/>
    <p:sldId id="387" r:id="rId152"/>
    <p:sldId id="388" r:id="rId153"/>
    <p:sldId id="389" r:id="rId154"/>
    <p:sldId id="390" r:id="rId155"/>
    <p:sldId id="391" r:id="rId1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DC8DF9-5F70-4275-B322-154FE78EBAE5}" v="17" dt="2026-02-10T17:21:39.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50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T" userId="23111f39e1db346e" providerId="LiveId" clId="{EFD6E4F6-A738-4F1A-B3C3-462E5AE04588}"/>
    <pc:docChg chg="undo custSel addSld modSld">
      <pc:chgData name="S T" userId="23111f39e1db346e" providerId="LiveId" clId="{EFD6E4F6-A738-4F1A-B3C3-462E5AE04588}" dt="2026-02-15T22:33:13.154" v="126" actId="1076"/>
      <pc:docMkLst>
        <pc:docMk/>
      </pc:docMkLst>
      <pc:sldChg chg="modSp mod">
        <pc:chgData name="S T" userId="23111f39e1db346e" providerId="LiveId" clId="{EFD6E4F6-A738-4F1A-B3C3-462E5AE04588}" dt="2026-02-13T19:27:35.239" v="125" actId="1076"/>
        <pc:sldMkLst>
          <pc:docMk/>
          <pc:sldMk cId="2542398198" sldId="350"/>
        </pc:sldMkLst>
        <pc:picChg chg="mod">
          <ac:chgData name="S T" userId="23111f39e1db346e" providerId="LiveId" clId="{EFD6E4F6-A738-4F1A-B3C3-462E5AE04588}" dt="2026-02-13T19:27:35.239" v="125" actId="1076"/>
          <ac:picMkLst>
            <pc:docMk/>
            <pc:sldMk cId="2542398198" sldId="350"/>
            <ac:picMk id="7" creationId="{26B8A30B-E0A6-757F-E892-6FB7DE45046E}"/>
          </ac:picMkLst>
        </pc:picChg>
      </pc:sldChg>
      <pc:sldChg chg="modSp mod">
        <pc:chgData name="S T" userId="23111f39e1db346e" providerId="LiveId" clId="{EFD6E4F6-A738-4F1A-B3C3-462E5AE04588}" dt="2026-02-15T22:33:13.154" v="126" actId="1076"/>
        <pc:sldMkLst>
          <pc:docMk/>
          <pc:sldMk cId="2956379657" sldId="394"/>
        </pc:sldMkLst>
        <pc:picChg chg="mod">
          <ac:chgData name="S T" userId="23111f39e1db346e" providerId="LiveId" clId="{EFD6E4F6-A738-4F1A-B3C3-462E5AE04588}" dt="2026-02-15T22:33:13.154" v="126" actId="1076"/>
          <ac:picMkLst>
            <pc:docMk/>
            <pc:sldMk cId="2956379657" sldId="394"/>
            <ac:picMk id="5" creationId="{0F0A8177-6B34-3FAF-05D4-F0E241A69456}"/>
          </ac:picMkLst>
        </pc:picChg>
      </pc:sldChg>
      <pc:sldChg chg="delSp modSp new mod">
        <pc:chgData name="S T" userId="23111f39e1db346e" providerId="LiveId" clId="{EFD6E4F6-A738-4F1A-B3C3-462E5AE04588}" dt="2026-02-09T20:38:47.571" v="9" actId="12"/>
        <pc:sldMkLst>
          <pc:docMk/>
          <pc:sldMk cId="573160803" sldId="419"/>
        </pc:sldMkLst>
        <pc:spChg chg="mod">
          <ac:chgData name="S T" userId="23111f39e1db346e" providerId="LiveId" clId="{EFD6E4F6-A738-4F1A-B3C3-462E5AE04588}" dt="2026-02-09T20:38:47.571" v="9" actId="12"/>
          <ac:spMkLst>
            <pc:docMk/>
            <pc:sldMk cId="573160803" sldId="419"/>
            <ac:spMk id="3" creationId="{19AD3496-7042-589C-7878-F1F3B85507FF}"/>
          </ac:spMkLst>
        </pc:spChg>
      </pc:sldChg>
      <pc:sldChg chg="addSp modSp new mod">
        <pc:chgData name="S T" userId="23111f39e1db346e" providerId="LiveId" clId="{EFD6E4F6-A738-4F1A-B3C3-462E5AE04588}" dt="2026-02-09T21:23:52.220" v="37" actId="255"/>
        <pc:sldMkLst>
          <pc:docMk/>
          <pc:sldMk cId="1435333348" sldId="420"/>
        </pc:sldMkLst>
        <pc:spChg chg="mod">
          <ac:chgData name="S T" userId="23111f39e1db346e" providerId="LiveId" clId="{EFD6E4F6-A738-4F1A-B3C3-462E5AE04588}" dt="2026-02-09T21:23:14.508" v="27" actId="20577"/>
          <ac:spMkLst>
            <pc:docMk/>
            <pc:sldMk cId="1435333348" sldId="420"/>
            <ac:spMk id="2" creationId="{D744CEE3-6C60-E25D-D739-C97F39212D66}"/>
          </ac:spMkLst>
        </pc:spChg>
        <pc:spChg chg="mod">
          <ac:chgData name="S T" userId="23111f39e1db346e" providerId="LiveId" clId="{EFD6E4F6-A738-4F1A-B3C3-462E5AE04588}" dt="2026-02-09T21:23:38.075" v="34" actId="14100"/>
          <ac:spMkLst>
            <pc:docMk/>
            <pc:sldMk cId="1435333348" sldId="420"/>
            <ac:spMk id="3" creationId="{09879221-DCDB-C9B7-2624-506D81E1E6B1}"/>
          </ac:spMkLst>
        </pc:spChg>
        <pc:spChg chg="add mod">
          <ac:chgData name="S T" userId="23111f39e1db346e" providerId="LiveId" clId="{EFD6E4F6-A738-4F1A-B3C3-462E5AE04588}" dt="2026-02-09T21:23:52.220" v="37" actId="255"/>
          <ac:spMkLst>
            <pc:docMk/>
            <pc:sldMk cId="1435333348" sldId="420"/>
            <ac:spMk id="4" creationId="{486C9575-FE85-F268-9C30-B83888D29C7A}"/>
          </ac:spMkLst>
        </pc:spChg>
        <pc:spChg chg="add mod">
          <ac:chgData name="S T" userId="23111f39e1db346e" providerId="LiveId" clId="{EFD6E4F6-A738-4F1A-B3C3-462E5AE04588}" dt="2026-02-09T21:23:38.840" v="35"/>
          <ac:spMkLst>
            <pc:docMk/>
            <pc:sldMk cId="1435333348" sldId="420"/>
            <ac:spMk id="5" creationId="{CD313FB4-C6A2-6C99-F3A9-74D94F217FBD}"/>
          </ac:spMkLst>
        </pc:spChg>
      </pc:sldChg>
      <pc:sldChg chg="modSp new">
        <pc:chgData name="S T" userId="23111f39e1db346e" providerId="LiveId" clId="{EFD6E4F6-A738-4F1A-B3C3-462E5AE04588}" dt="2026-02-09T21:24:22.086" v="39"/>
        <pc:sldMkLst>
          <pc:docMk/>
          <pc:sldMk cId="589998353" sldId="421"/>
        </pc:sldMkLst>
        <pc:spChg chg="mod">
          <ac:chgData name="S T" userId="23111f39e1db346e" providerId="LiveId" clId="{EFD6E4F6-A738-4F1A-B3C3-462E5AE04588}" dt="2026-02-09T21:24:22.086" v="39"/>
          <ac:spMkLst>
            <pc:docMk/>
            <pc:sldMk cId="589998353" sldId="421"/>
            <ac:spMk id="3" creationId="{9AD52A93-7DB8-60CB-B14E-7DEA8CD2B97C}"/>
          </ac:spMkLst>
        </pc:spChg>
      </pc:sldChg>
      <pc:sldChg chg="addSp delSp modSp new">
        <pc:chgData name="S T" userId="23111f39e1db346e" providerId="LiveId" clId="{EFD6E4F6-A738-4F1A-B3C3-462E5AE04588}" dt="2026-02-09T21:29:26.799" v="41"/>
        <pc:sldMkLst>
          <pc:docMk/>
          <pc:sldMk cId="3937916562" sldId="422"/>
        </pc:sldMkLst>
        <pc:spChg chg="add">
          <ac:chgData name="S T" userId="23111f39e1db346e" providerId="LiveId" clId="{EFD6E4F6-A738-4F1A-B3C3-462E5AE04588}" dt="2026-02-09T21:29:26.799" v="41"/>
          <ac:spMkLst>
            <pc:docMk/>
            <pc:sldMk cId="3937916562" sldId="422"/>
            <ac:spMk id="5" creationId="{C960BB60-E775-4649-B988-F0470ADF219C}"/>
          </ac:spMkLst>
        </pc:spChg>
        <pc:graphicFrameChg chg="add mod">
          <ac:chgData name="S T" userId="23111f39e1db346e" providerId="LiveId" clId="{EFD6E4F6-A738-4F1A-B3C3-462E5AE04588}" dt="2026-02-09T21:29:26.799" v="41"/>
          <ac:graphicFrameMkLst>
            <pc:docMk/>
            <pc:sldMk cId="3937916562" sldId="422"/>
            <ac:graphicFrameMk id="4" creationId="{AF190CA8-4578-11D1-5256-AF5B7415B92F}"/>
          </ac:graphicFrameMkLst>
        </pc:graphicFrameChg>
      </pc:sldChg>
      <pc:sldChg chg="addSp modSp new mod">
        <pc:chgData name="S T" userId="23111f39e1db346e" providerId="LiveId" clId="{EFD6E4F6-A738-4F1A-B3C3-462E5AE04588}" dt="2026-02-09T21:34:54.653" v="55" actId="14100"/>
        <pc:sldMkLst>
          <pc:docMk/>
          <pc:sldMk cId="458814481" sldId="423"/>
        </pc:sldMkLst>
        <pc:spChg chg="mod">
          <ac:chgData name="S T" userId="23111f39e1db346e" providerId="LiveId" clId="{EFD6E4F6-A738-4F1A-B3C3-462E5AE04588}" dt="2026-02-09T21:34:46.731" v="51" actId="14100"/>
          <ac:spMkLst>
            <pc:docMk/>
            <pc:sldMk cId="458814481" sldId="423"/>
            <ac:spMk id="2" creationId="{2686560B-C731-9B19-C7C3-E2BA81AC2029}"/>
          </ac:spMkLst>
        </pc:spChg>
        <pc:spChg chg="mod">
          <ac:chgData name="S T" userId="23111f39e1db346e" providerId="LiveId" clId="{EFD6E4F6-A738-4F1A-B3C3-462E5AE04588}" dt="2026-02-09T21:34:48.956" v="52" actId="1076"/>
          <ac:spMkLst>
            <pc:docMk/>
            <pc:sldMk cId="458814481" sldId="423"/>
            <ac:spMk id="3" creationId="{5CC62C1C-B910-3D87-9ABE-9DE5B111ACA9}"/>
          </ac:spMkLst>
        </pc:spChg>
        <pc:spChg chg="add mod">
          <ac:chgData name="S T" userId="23111f39e1db346e" providerId="LiveId" clId="{EFD6E4F6-A738-4F1A-B3C3-462E5AE04588}" dt="2026-02-09T21:34:54.653" v="55" actId="14100"/>
          <ac:spMkLst>
            <pc:docMk/>
            <pc:sldMk cId="458814481" sldId="423"/>
            <ac:spMk id="5" creationId="{539938F0-6AAC-DD32-1AA1-ECDE9DC3077F}"/>
          </ac:spMkLst>
        </pc:spChg>
      </pc:sldChg>
      <pc:sldChg chg="modSp new mod">
        <pc:chgData name="S T" userId="23111f39e1db346e" providerId="LiveId" clId="{EFD6E4F6-A738-4F1A-B3C3-462E5AE04588}" dt="2026-02-09T21:37:24.338" v="65" actId="27636"/>
        <pc:sldMkLst>
          <pc:docMk/>
          <pc:sldMk cId="3624209874" sldId="424"/>
        </pc:sldMkLst>
        <pc:spChg chg="mod">
          <ac:chgData name="S T" userId="23111f39e1db346e" providerId="LiveId" clId="{EFD6E4F6-A738-4F1A-B3C3-462E5AE04588}" dt="2026-02-09T21:35:39.373" v="57"/>
          <ac:spMkLst>
            <pc:docMk/>
            <pc:sldMk cId="3624209874" sldId="424"/>
            <ac:spMk id="2" creationId="{FC25381B-9912-A075-7053-C80A9418DD36}"/>
          </ac:spMkLst>
        </pc:spChg>
        <pc:spChg chg="mod">
          <ac:chgData name="S T" userId="23111f39e1db346e" providerId="LiveId" clId="{EFD6E4F6-A738-4F1A-B3C3-462E5AE04588}" dt="2026-02-09T21:37:24.338" v="65" actId="27636"/>
          <ac:spMkLst>
            <pc:docMk/>
            <pc:sldMk cId="3624209874" sldId="424"/>
            <ac:spMk id="3" creationId="{A73625E2-B0F1-5675-7B4B-8EB20C086435}"/>
          </ac:spMkLst>
        </pc:spChg>
      </pc:sldChg>
      <pc:sldChg chg="modSp new">
        <pc:chgData name="S T" userId="23111f39e1db346e" providerId="LiveId" clId="{EFD6E4F6-A738-4F1A-B3C3-462E5AE04588}" dt="2026-02-09T21:37:37.871" v="68"/>
        <pc:sldMkLst>
          <pc:docMk/>
          <pc:sldMk cId="3355953419" sldId="425"/>
        </pc:sldMkLst>
        <pc:spChg chg="mod">
          <ac:chgData name="S T" userId="23111f39e1db346e" providerId="LiveId" clId="{EFD6E4F6-A738-4F1A-B3C3-462E5AE04588}" dt="2026-02-09T21:37:27.125" v="67"/>
          <ac:spMkLst>
            <pc:docMk/>
            <pc:sldMk cId="3355953419" sldId="425"/>
            <ac:spMk id="2" creationId="{931285E9-FB00-1E34-431B-C959B746C758}"/>
          </ac:spMkLst>
        </pc:spChg>
        <pc:spChg chg="mod">
          <ac:chgData name="S T" userId="23111f39e1db346e" providerId="LiveId" clId="{EFD6E4F6-A738-4F1A-B3C3-462E5AE04588}" dt="2026-02-09T21:37:37.871" v="68"/>
          <ac:spMkLst>
            <pc:docMk/>
            <pc:sldMk cId="3355953419" sldId="425"/>
            <ac:spMk id="3" creationId="{FE238701-7F4B-F4F0-2A1E-6261B30F3751}"/>
          </ac:spMkLst>
        </pc:spChg>
      </pc:sldChg>
      <pc:sldChg chg="addSp delSp modSp new mod">
        <pc:chgData name="S T" userId="23111f39e1db346e" providerId="LiveId" clId="{EFD6E4F6-A738-4F1A-B3C3-462E5AE04588}" dt="2026-02-10T17:21:49.573" v="124" actId="113"/>
        <pc:sldMkLst>
          <pc:docMk/>
          <pc:sldMk cId="3927209645" sldId="426"/>
        </pc:sldMkLst>
        <pc:spChg chg="mod">
          <ac:chgData name="S T" userId="23111f39e1db346e" providerId="LiveId" clId="{EFD6E4F6-A738-4F1A-B3C3-462E5AE04588}" dt="2026-02-10T17:21:37.973" v="120" actId="27636"/>
          <ac:spMkLst>
            <pc:docMk/>
            <pc:sldMk cId="3927209645" sldId="426"/>
            <ac:spMk id="2" creationId="{8A8FE103-C9E5-4824-3DE5-0AB8D0C8BAB7}"/>
          </ac:spMkLst>
        </pc:spChg>
        <pc:spChg chg="add mod">
          <ac:chgData name="S T" userId="23111f39e1db346e" providerId="LiveId" clId="{EFD6E4F6-A738-4F1A-B3C3-462E5AE04588}" dt="2026-02-10T17:21:39.719" v="121" actId="1076"/>
          <ac:spMkLst>
            <pc:docMk/>
            <pc:sldMk cId="3927209645" sldId="426"/>
            <ac:spMk id="4" creationId="{454DC16D-8F69-9DEC-9BB1-57263E7D24EE}"/>
          </ac:spMkLst>
        </pc:spChg>
        <pc:spChg chg="add mod">
          <ac:chgData name="S T" userId="23111f39e1db346e" providerId="LiveId" clId="{EFD6E4F6-A738-4F1A-B3C3-462E5AE04588}" dt="2026-02-10T17:21:49.573" v="124" actId="113"/>
          <ac:spMkLst>
            <pc:docMk/>
            <pc:sldMk cId="3927209645" sldId="426"/>
            <ac:spMk id="6" creationId="{78012A97-9978-7291-79E0-1FDA192452B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6C493-FE60-13D7-2C37-16BD159F37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9F697C-C33D-3E45-FCCD-2597232671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F4F3C3-134A-7108-4E32-8711C301F44F}"/>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5" name="Footer Placeholder 4">
            <a:extLst>
              <a:ext uri="{FF2B5EF4-FFF2-40B4-BE49-F238E27FC236}">
                <a16:creationId xmlns:a16="http://schemas.microsoft.com/office/drawing/2014/main" id="{0BE33A7A-C907-2385-5556-0F8CED31C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683394-1FB4-4AB6-DA41-37399A5CC5B6}"/>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636376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D629C-E28A-D6EE-D52C-A5C64DB8A3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A3679D-F407-D5B5-D502-5AE83C7E2E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6E716F-5EF1-A993-2242-F9B07AEF135E}"/>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5" name="Footer Placeholder 4">
            <a:extLst>
              <a:ext uri="{FF2B5EF4-FFF2-40B4-BE49-F238E27FC236}">
                <a16:creationId xmlns:a16="http://schemas.microsoft.com/office/drawing/2014/main" id="{F3487045-639F-BABA-4A5A-9DC95FFEA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C535AB-6F8F-1FD1-898A-33A9B40249C7}"/>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3311300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58FFC-52F6-1E26-9622-C274884194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8D225C-8BF6-6E86-50D1-88EF88A907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042FAB-F519-E804-33DD-5FD4BD8705CF}"/>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5" name="Footer Placeholder 4">
            <a:extLst>
              <a:ext uri="{FF2B5EF4-FFF2-40B4-BE49-F238E27FC236}">
                <a16:creationId xmlns:a16="http://schemas.microsoft.com/office/drawing/2014/main" id="{BCEA6661-DE23-7869-DF14-82947F8364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BBBF97-BE62-8F28-536B-9142F59A1FC2}"/>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248411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FD63F-29F3-710E-794E-DBB2199751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E737BD-9A8F-B1D9-60C7-916AE1407A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5E0C9C2-799B-21C0-037D-A513F67522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956C75-3CB0-F49E-2F2D-A0289ECA4314}"/>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6" name="Footer Placeholder 5">
            <a:extLst>
              <a:ext uri="{FF2B5EF4-FFF2-40B4-BE49-F238E27FC236}">
                <a16:creationId xmlns:a16="http://schemas.microsoft.com/office/drawing/2014/main" id="{675784BF-49B5-BDF9-2075-F9B1CFEFC1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DA3E63-B14F-6414-10B7-122570FEC91F}"/>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1629840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04CCA-90F1-892C-0391-723AD17E429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9327CC-3E7F-4D51-2AC7-7A7FEFE205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A5D5D1-569B-D34D-35B1-726DD4B2B7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9F7916-9207-9EAC-6E38-12AA6AC1EB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1BC329-9421-2AB2-C4C0-D5B899329A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37FC74-77E3-6B6D-CFB9-9F923B7AACA2}"/>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8" name="Footer Placeholder 7">
            <a:extLst>
              <a:ext uri="{FF2B5EF4-FFF2-40B4-BE49-F238E27FC236}">
                <a16:creationId xmlns:a16="http://schemas.microsoft.com/office/drawing/2014/main" id="{053709B3-7013-7311-D16D-FB772BFEB11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E5F06E-0D26-9834-4465-E3BBDF2D1A0A}"/>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4239272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6D078-5CD5-E569-1B14-3EB5B8EA38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2352BB-1ABD-846D-C37F-86562AF21CD4}"/>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4" name="Footer Placeholder 3">
            <a:extLst>
              <a:ext uri="{FF2B5EF4-FFF2-40B4-BE49-F238E27FC236}">
                <a16:creationId xmlns:a16="http://schemas.microsoft.com/office/drawing/2014/main" id="{2F0A8EF8-14F5-145B-3AF6-92CA41C31A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DCF4A0-2545-B0A2-63B4-568AA67645DD}"/>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526846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501C26-92E6-39C9-2B33-0867BA8C16DF}"/>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3" name="Footer Placeholder 2">
            <a:extLst>
              <a:ext uri="{FF2B5EF4-FFF2-40B4-BE49-F238E27FC236}">
                <a16:creationId xmlns:a16="http://schemas.microsoft.com/office/drawing/2014/main" id="{9A27A559-80C3-449E-6E0A-31C375455F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E110AC-243F-DE05-1E4A-689AD1D2FBA9}"/>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242450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659E3-842B-A13B-6839-E268424726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FBF03E-0A47-6EAF-0FC8-DCBAC0F09E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B7EA8A-BB5C-75EB-C2A1-D97866578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52B065-0B38-F679-0F79-6466CCCDF7C5}"/>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6" name="Footer Placeholder 5">
            <a:extLst>
              <a:ext uri="{FF2B5EF4-FFF2-40B4-BE49-F238E27FC236}">
                <a16:creationId xmlns:a16="http://schemas.microsoft.com/office/drawing/2014/main" id="{A47268CD-E351-289C-8988-EB27EA072D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151ED1-E772-42DC-35BA-0D9ACD0B419D}"/>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3004390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69706-473B-E845-6023-8BFAF36449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9DF905E-9ABD-0372-A2A0-8F83769F4F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0FDC5C3-470D-F18A-A8E6-94645518E6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17FD8-F79A-A43C-3A45-07DCA136F813}"/>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6" name="Footer Placeholder 5">
            <a:extLst>
              <a:ext uri="{FF2B5EF4-FFF2-40B4-BE49-F238E27FC236}">
                <a16:creationId xmlns:a16="http://schemas.microsoft.com/office/drawing/2014/main" id="{3D54A180-F89D-ADF8-0DE3-FE3A2E046B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DF2596-6C3E-4134-D28C-359130F661CB}"/>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3955004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07DCA-E978-2E3F-5F01-C6A5635FC1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A49C9-0819-4323-83F3-67D396BDE1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CD8A6E-629A-EE3C-9522-12662FBF5F8E}"/>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5" name="Footer Placeholder 4">
            <a:extLst>
              <a:ext uri="{FF2B5EF4-FFF2-40B4-BE49-F238E27FC236}">
                <a16:creationId xmlns:a16="http://schemas.microsoft.com/office/drawing/2014/main" id="{82F528E8-CA0A-6325-0D45-5726F5AEBA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2B370C-B104-B4E5-2D8C-8284FFBD10BF}"/>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3914131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E6D56C-B63E-F051-00B0-5863C48EA5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9A0299-7737-A4B4-47E0-FFB3DE937F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FB0C67-A12B-1BA4-E2CC-FF0CF41627C2}"/>
              </a:ext>
            </a:extLst>
          </p:cNvPr>
          <p:cNvSpPr>
            <a:spLocks noGrp="1"/>
          </p:cNvSpPr>
          <p:nvPr>
            <p:ph type="dt" sz="half" idx="10"/>
          </p:nvPr>
        </p:nvSpPr>
        <p:spPr/>
        <p:txBody>
          <a:bodyPr/>
          <a:lstStyle/>
          <a:p>
            <a:fld id="{EF9B3643-9CD1-40C5-A5FC-C479DC8D9EEA}" type="datetimeFigureOut">
              <a:rPr lang="en-US" smtClean="0"/>
              <a:t>2/15/2026</a:t>
            </a:fld>
            <a:endParaRPr lang="en-US"/>
          </a:p>
        </p:txBody>
      </p:sp>
      <p:sp>
        <p:nvSpPr>
          <p:cNvPr id="5" name="Footer Placeholder 4">
            <a:extLst>
              <a:ext uri="{FF2B5EF4-FFF2-40B4-BE49-F238E27FC236}">
                <a16:creationId xmlns:a16="http://schemas.microsoft.com/office/drawing/2014/main" id="{C7027516-6277-2DA4-5B3F-886B7103FA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61ABF4-9F09-F125-2C3C-0CA3E6E29C3E}"/>
              </a:ext>
            </a:extLst>
          </p:cNvPr>
          <p:cNvSpPr>
            <a:spLocks noGrp="1"/>
          </p:cNvSpPr>
          <p:nvPr>
            <p:ph type="sldNum" sz="quarter" idx="12"/>
          </p:nvPr>
        </p:nvSpPr>
        <p:spPr/>
        <p:txBody>
          <a:bodyPr/>
          <a:lstStyle/>
          <a:p>
            <a:fld id="{781DD292-34B2-42FD-91A2-0ED0B930C200}" type="slidenum">
              <a:rPr lang="en-US" smtClean="0"/>
              <a:t>‹#›</a:t>
            </a:fld>
            <a:endParaRPr lang="en-US"/>
          </a:p>
        </p:txBody>
      </p:sp>
    </p:spTree>
    <p:extLst>
      <p:ext uri="{BB962C8B-B14F-4D97-AF65-F5344CB8AC3E}">
        <p14:creationId xmlns:p14="http://schemas.microsoft.com/office/powerpoint/2010/main" val="3367954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3A1C0A-D316-B55E-8DBD-3117E06E10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290FD5-B8F5-FF5B-DBC9-AAD6681323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7D0316-BD37-D74D-542B-73E43CED48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F9B3643-9CD1-40C5-A5FC-C479DC8D9EEA}" type="datetimeFigureOut">
              <a:rPr lang="en-US" smtClean="0"/>
              <a:t>2/15/2026</a:t>
            </a:fld>
            <a:endParaRPr lang="en-US"/>
          </a:p>
        </p:txBody>
      </p:sp>
      <p:sp>
        <p:nvSpPr>
          <p:cNvPr id="5" name="Footer Placeholder 4">
            <a:extLst>
              <a:ext uri="{FF2B5EF4-FFF2-40B4-BE49-F238E27FC236}">
                <a16:creationId xmlns:a16="http://schemas.microsoft.com/office/drawing/2014/main" id="{31E29E28-CD14-6E06-D351-1918E7D9BA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4E69734-0B8F-FEDD-0B82-A6AF3DCD9D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1DD292-34B2-42FD-91A2-0ED0B930C200}" type="slidenum">
              <a:rPr lang="en-US" smtClean="0"/>
              <a:t>‹#›</a:t>
            </a:fld>
            <a:endParaRPr lang="en-US"/>
          </a:p>
        </p:txBody>
      </p:sp>
    </p:spTree>
    <p:extLst>
      <p:ext uri="{BB962C8B-B14F-4D97-AF65-F5344CB8AC3E}">
        <p14:creationId xmlns:p14="http://schemas.microsoft.com/office/powerpoint/2010/main" val="1440729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13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14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 Id="rId5" Type="http://schemas.openxmlformats.org/officeDocument/2006/relationships/image" Target="../media/image159.png"/><Relationship Id="rId4" Type="http://schemas.openxmlformats.org/officeDocument/2006/relationships/image" Target="../media/image158.png"/></Relationships>
</file>

<file path=ppt/slides/_rels/slide150.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2.xml"/><Relationship Id="rId4" Type="http://schemas.openxmlformats.org/officeDocument/2006/relationships/image" Target="../media/image17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3123FB-32B2-59DA-E672-A6902149A5EB}"/>
              </a:ext>
            </a:extLst>
          </p:cNvPr>
          <p:cNvSpPr txBox="1"/>
          <p:nvPr/>
        </p:nvSpPr>
        <p:spPr>
          <a:xfrm>
            <a:off x="481780" y="599350"/>
            <a:ext cx="6096000" cy="374461"/>
          </a:xfrm>
          <a:prstGeom prst="rect">
            <a:avLst/>
          </a:prstGeom>
          <a:noFill/>
        </p:spPr>
        <p:txBody>
          <a:bodyPr wrap="square">
            <a:spAutoFit/>
          </a:bodyPr>
          <a:lstStyle/>
          <a:p>
            <a:pPr algn="l">
              <a:lnSpc>
                <a:spcPts val="2250"/>
              </a:lnSpc>
            </a:pPr>
            <a:r>
              <a:rPr lang="en-US" b="1" i="0" dirty="0">
                <a:solidFill>
                  <a:srgbClr val="242424"/>
                </a:solidFill>
                <a:effectLst/>
                <a:latin typeface="sohne"/>
              </a:rPr>
              <a:t>What is PostgreSQL?</a:t>
            </a:r>
          </a:p>
        </p:txBody>
      </p:sp>
      <p:sp>
        <p:nvSpPr>
          <p:cNvPr id="7" name="TextBox 6">
            <a:extLst>
              <a:ext uri="{FF2B5EF4-FFF2-40B4-BE49-F238E27FC236}">
                <a16:creationId xmlns:a16="http://schemas.microsoft.com/office/drawing/2014/main" id="{C3605AA6-B67C-5C1F-8AEC-0FE154596452}"/>
              </a:ext>
            </a:extLst>
          </p:cNvPr>
          <p:cNvSpPr txBox="1"/>
          <p:nvPr/>
        </p:nvSpPr>
        <p:spPr>
          <a:xfrm>
            <a:off x="609600" y="1335095"/>
            <a:ext cx="10500852" cy="1200329"/>
          </a:xfrm>
          <a:prstGeom prst="rect">
            <a:avLst/>
          </a:prstGeom>
          <a:noFill/>
        </p:spPr>
        <p:txBody>
          <a:bodyPr wrap="square">
            <a:spAutoFit/>
          </a:bodyPr>
          <a:lstStyle/>
          <a:p>
            <a:r>
              <a:rPr lang="en-US" b="0" i="0" dirty="0">
                <a:solidFill>
                  <a:srgbClr val="242424"/>
                </a:solidFill>
                <a:effectLst/>
                <a:latin typeface="source-serif-pro"/>
              </a:rPr>
              <a:t>PostgreSQL, often referred to as Postgres, is a free and open-source database system known for its reliability and advanced features. It supports SQL (Structured Query Language) and offers features such as transactions, foreign keys, and views. PostgreSQL is highly extensible, allowing users to define their own data types, operators, and functions.</a:t>
            </a:r>
            <a:endParaRPr lang="en-US" dirty="0"/>
          </a:p>
        </p:txBody>
      </p:sp>
    </p:spTree>
    <p:extLst>
      <p:ext uri="{BB962C8B-B14F-4D97-AF65-F5344CB8AC3E}">
        <p14:creationId xmlns:p14="http://schemas.microsoft.com/office/powerpoint/2010/main" val="3684232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3E8F2E-4B12-18D6-6910-0E31912C5492}"/>
              </a:ext>
            </a:extLst>
          </p:cNvPr>
          <p:cNvPicPr>
            <a:picLocks noChangeAspect="1"/>
          </p:cNvPicPr>
          <p:nvPr/>
        </p:nvPicPr>
        <p:blipFill>
          <a:blip r:embed="rId2"/>
          <a:stretch>
            <a:fillRect/>
          </a:stretch>
        </p:blipFill>
        <p:spPr>
          <a:xfrm>
            <a:off x="0" y="0"/>
            <a:ext cx="12192000" cy="6931742"/>
          </a:xfrm>
          <a:prstGeom prst="rect">
            <a:avLst/>
          </a:prstGeom>
        </p:spPr>
      </p:pic>
    </p:spTree>
    <p:extLst>
      <p:ext uri="{BB962C8B-B14F-4D97-AF65-F5344CB8AC3E}">
        <p14:creationId xmlns:p14="http://schemas.microsoft.com/office/powerpoint/2010/main" val="3921888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EDE005-5996-4F73-32DA-7784C79BD34E}"/>
              </a:ext>
            </a:extLst>
          </p:cNvPr>
          <p:cNvPicPr>
            <a:picLocks noChangeAspect="1"/>
          </p:cNvPicPr>
          <p:nvPr/>
        </p:nvPicPr>
        <p:blipFill>
          <a:blip r:embed="rId2"/>
          <a:stretch>
            <a:fillRect/>
          </a:stretch>
        </p:blipFill>
        <p:spPr>
          <a:xfrm>
            <a:off x="83949" y="0"/>
            <a:ext cx="12024101" cy="6858000"/>
          </a:xfrm>
          <a:prstGeom prst="rect">
            <a:avLst/>
          </a:prstGeom>
        </p:spPr>
      </p:pic>
    </p:spTree>
    <p:extLst>
      <p:ext uri="{BB962C8B-B14F-4D97-AF65-F5344CB8AC3E}">
        <p14:creationId xmlns:p14="http://schemas.microsoft.com/office/powerpoint/2010/main" val="300127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0C327F-4D80-B03D-B8E2-D55493036DB0}"/>
              </a:ext>
            </a:extLst>
          </p:cNvPr>
          <p:cNvPicPr>
            <a:picLocks noChangeAspect="1"/>
          </p:cNvPicPr>
          <p:nvPr/>
        </p:nvPicPr>
        <p:blipFill>
          <a:blip r:embed="rId2"/>
          <a:stretch>
            <a:fillRect/>
          </a:stretch>
        </p:blipFill>
        <p:spPr>
          <a:xfrm>
            <a:off x="0" y="62171"/>
            <a:ext cx="12192000" cy="6733657"/>
          </a:xfrm>
          <a:prstGeom prst="rect">
            <a:avLst/>
          </a:prstGeom>
        </p:spPr>
      </p:pic>
    </p:spTree>
    <p:extLst>
      <p:ext uri="{BB962C8B-B14F-4D97-AF65-F5344CB8AC3E}">
        <p14:creationId xmlns:p14="http://schemas.microsoft.com/office/powerpoint/2010/main" val="3196651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4E03F6E-4911-9B86-DCA7-5D757254E7E0}"/>
              </a:ext>
            </a:extLst>
          </p:cNvPr>
          <p:cNvPicPr>
            <a:picLocks noGrp="1" noChangeAspect="1"/>
          </p:cNvPicPr>
          <p:nvPr>
            <p:ph idx="1"/>
          </p:nvPr>
        </p:nvPicPr>
        <p:blipFill>
          <a:blip r:embed="rId2"/>
          <a:stretch>
            <a:fillRect/>
          </a:stretch>
        </p:blipFill>
        <p:spPr>
          <a:xfrm>
            <a:off x="591206" y="547430"/>
            <a:ext cx="10302936" cy="5941859"/>
          </a:xfrm>
        </p:spPr>
      </p:pic>
    </p:spTree>
    <p:extLst>
      <p:ext uri="{BB962C8B-B14F-4D97-AF65-F5344CB8AC3E}">
        <p14:creationId xmlns:p14="http://schemas.microsoft.com/office/powerpoint/2010/main" val="4109401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78AE6F-A029-310D-57D7-7383F569AC5D}"/>
              </a:ext>
            </a:extLst>
          </p:cNvPr>
          <p:cNvPicPr>
            <a:picLocks noChangeAspect="1"/>
          </p:cNvPicPr>
          <p:nvPr/>
        </p:nvPicPr>
        <p:blipFill>
          <a:blip r:embed="rId2"/>
          <a:stretch>
            <a:fillRect/>
          </a:stretch>
        </p:blipFill>
        <p:spPr>
          <a:xfrm>
            <a:off x="43491" y="0"/>
            <a:ext cx="12105017" cy="6858000"/>
          </a:xfrm>
          <a:prstGeom prst="rect">
            <a:avLst/>
          </a:prstGeom>
        </p:spPr>
      </p:pic>
    </p:spTree>
    <p:extLst>
      <p:ext uri="{BB962C8B-B14F-4D97-AF65-F5344CB8AC3E}">
        <p14:creationId xmlns:p14="http://schemas.microsoft.com/office/powerpoint/2010/main" val="482996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A82886-991C-49A4-F45C-070BBCAE331A}"/>
              </a:ext>
            </a:extLst>
          </p:cNvPr>
          <p:cNvPicPr>
            <a:picLocks noChangeAspect="1"/>
          </p:cNvPicPr>
          <p:nvPr/>
        </p:nvPicPr>
        <p:blipFill>
          <a:blip r:embed="rId2"/>
          <a:stretch>
            <a:fillRect/>
          </a:stretch>
        </p:blipFill>
        <p:spPr>
          <a:xfrm>
            <a:off x="0" y="0"/>
            <a:ext cx="12290323" cy="6858000"/>
          </a:xfrm>
          <a:prstGeom prst="rect">
            <a:avLst/>
          </a:prstGeom>
        </p:spPr>
      </p:pic>
    </p:spTree>
    <p:extLst>
      <p:ext uri="{BB962C8B-B14F-4D97-AF65-F5344CB8AC3E}">
        <p14:creationId xmlns:p14="http://schemas.microsoft.com/office/powerpoint/2010/main" val="1926071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6485AFF-2CDC-A2C2-A02B-4606226D23AF}"/>
              </a:ext>
            </a:extLst>
          </p:cNvPr>
          <p:cNvPicPr>
            <a:picLocks noChangeAspect="1"/>
          </p:cNvPicPr>
          <p:nvPr/>
        </p:nvPicPr>
        <p:blipFill>
          <a:blip r:embed="rId2"/>
          <a:stretch>
            <a:fillRect/>
          </a:stretch>
        </p:blipFill>
        <p:spPr>
          <a:xfrm>
            <a:off x="0" y="111730"/>
            <a:ext cx="12192000" cy="6634539"/>
          </a:xfrm>
          <a:prstGeom prst="rect">
            <a:avLst/>
          </a:prstGeom>
        </p:spPr>
      </p:pic>
    </p:spTree>
    <p:extLst>
      <p:ext uri="{BB962C8B-B14F-4D97-AF65-F5344CB8AC3E}">
        <p14:creationId xmlns:p14="http://schemas.microsoft.com/office/powerpoint/2010/main" val="3766275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1A6228-A6F8-9A7A-7D3A-653F3C9DC1FD}"/>
              </a:ext>
            </a:extLst>
          </p:cNvPr>
          <p:cNvPicPr>
            <a:picLocks noChangeAspect="1"/>
          </p:cNvPicPr>
          <p:nvPr/>
        </p:nvPicPr>
        <p:blipFill>
          <a:blip r:embed="rId2"/>
          <a:stretch>
            <a:fillRect/>
          </a:stretch>
        </p:blipFill>
        <p:spPr>
          <a:xfrm>
            <a:off x="325552" y="-127820"/>
            <a:ext cx="9437880" cy="6858000"/>
          </a:xfrm>
          <a:prstGeom prst="rect">
            <a:avLst/>
          </a:prstGeom>
        </p:spPr>
      </p:pic>
    </p:spTree>
    <p:extLst>
      <p:ext uri="{BB962C8B-B14F-4D97-AF65-F5344CB8AC3E}">
        <p14:creationId xmlns:p14="http://schemas.microsoft.com/office/powerpoint/2010/main" val="1410760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FC7675-6F2F-E78E-7D1E-0A8A22A703CF}"/>
              </a:ext>
            </a:extLst>
          </p:cNvPr>
          <p:cNvPicPr>
            <a:picLocks noChangeAspect="1"/>
          </p:cNvPicPr>
          <p:nvPr/>
        </p:nvPicPr>
        <p:blipFill>
          <a:blip r:embed="rId2"/>
          <a:stretch>
            <a:fillRect/>
          </a:stretch>
        </p:blipFill>
        <p:spPr>
          <a:xfrm>
            <a:off x="0" y="1238865"/>
            <a:ext cx="12192000" cy="4638984"/>
          </a:xfrm>
          <a:prstGeom prst="rect">
            <a:avLst/>
          </a:prstGeom>
        </p:spPr>
      </p:pic>
    </p:spTree>
    <p:extLst>
      <p:ext uri="{BB962C8B-B14F-4D97-AF65-F5344CB8AC3E}">
        <p14:creationId xmlns:p14="http://schemas.microsoft.com/office/powerpoint/2010/main" val="4017907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95BE84-BE2F-F72D-9F27-15882EF4A3C9}"/>
              </a:ext>
            </a:extLst>
          </p:cNvPr>
          <p:cNvPicPr>
            <a:picLocks noChangeAspect="1"/>
          </p:cNvPicPr>
          <p:nvPr/>
        </p:nvPicPr>
        <p:blipFill>
          <a:blip r:embed="rId2"/>
          <a:stretch>
            <a:fillRect/>
          </a:stretch>
        </p:blipFill>
        <p:spPr>
          <a:xfrm>
            <a:off x="245806" y="103909"/>
            <a:ext cx="11798710" cy="6650182"/>
          </a:xfrm>
          <a:prstGeom prst="rect">
            <a:avLst/>
          </a:prstGeom>
        </p:spPr>
      </p:pic>
    </p:spTree>
    <p:extLst>
      <p:ext uri="{BB962C8B-B14F-4D97-AF65-F5344CB8AC3E}">
        <p14:creationId xmlns:p14="http://schemas.microsoft.com/office/powerpoint/2010/main" val="245920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6FFC580-9845-E9F0-FCF5-F7FBAFAABA71}"/>
              </a:ext>
            </a:extLst>
          </p:cNvPr>
          <p:cNvPicPr>
            <a:picLocks noChangeAspect="1"/>
          </p:cNvPicPr>
          <p:nvPr/>
        </p:nvPicPr>
        <p:blipFill>
          <a:blip r:embed="rId2"/>
          <a:stretch>
            <a:fillRect/>
          </a:stretch>
        </p:blipFill>
        <p:spPr>
          <a:xfrm>
            <a:off x="127819" y="541859"/>
            <a:ext cx="12192000" cy="5518642"/>
          </a:xfrm>
          <a:prstGeom prst="rect">
            <a:avLst/>
          </a:prstGeom>
        </p:spPr>
      </p:pic>
    </p:spTree>
    <p:extLst>
      <p:ext uri="{BB962C8B-B14F-4D97-AF65-F5344CB8AC3E}">
        <p14:creationId xmlns:p14="http://schemas.microsoft.com/office/powerpoint/2010/main" val="2768539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4CEE3-6C60-E25D-D739-C97F39212D66}"/>
              </a:ext>
            </a:extLst>
          </p:cNvPr>
          <p:cNvSpPr>
            <a:spLocks noGrp="1"/>
          </p:cNvSpPr>
          <p:nvPr>
            <p:ph type="title"/>
          </p:nvPr>
        </p:nvSpPr>
        <p:spPr/>
        <p:txBody>
          <a:bodyPr/>
          <a:lstStyle/>
          <a:p>
            <a:r>
              <a:rPr lang="en-US" dirty="0"/>
              <a:t>OFFSET AND FETCH</a:t>
            </a:r>
          </a:p>
        </p:txBody>
      </p:sp>
      <p:sp>
        <p:nvSpPr>
          <p:cNvPr id="3" name="Content Placeholder 2">
            <a:extLst>
              <a:ext uri="{FF2B5EF4-FFF2-40B4-BE49-F238E27FC236}">
                <a16:creationId xmlns:a16="http://schemas.microsoft.com/office/drawing/2014/main" id="{09879221-DCDB-C9B7-2624-506D81E1E6B1}"/>
              </a:ext>
            </a:extLst>
          </p:cNvPr>
          <p:cNvSpPr>
            <a:spLocks noGrp="1"/>
          </p:cNvSpPr>
          <p:nvPr>
            <p:ph idx="1"/>
          </p:nvPr>
        </p:nvSpPr>
        <p:spPr>
          <a:xfrm>
            <a:off x="838200" y="1825625"/>
            <a:ext cx="10515600" cy="2632075"/>
          </a:xfrm>
        </p:spPr>
        <p:txBody>
          <a:bodyPr/>
          <a:lstStyle/>
          <a:p>
            <a:r>
              <a:rPr lang="en-US" dirty="0"/>
              <a:t>SELECT </a:t>
            </a:r>
            <a:r>
              <a:rPr lang="en-US" dirty="0" err="1"/>
              <a:t>column_list</a:t>
            </a:r>
            <a:endParaRPr lang="en-US" dirty="0"/>
          </a:p>
          <a:p>
            <a:r>
              <a:rPr lang="en-US" dirty="0"/>
              <a:t>FROM </a:t>
            </a:r>
            <a:r>
              <a:rPr lang="en-US" dirty="0" err="1"/>
              <a:t>table_name</a:t>
            </a:r>
            <a:endParaRPr lang="en-US" dirty="0"/>
          </a:p>
          <a:p>
            <a:r>
              <a:rPr lang="en-US" dirty="0"/>
              <a:t>ORDER BY </a:t>
            </a:r>
            <a:r>
              <a:rPr lang="en-US" dirty="0" err="1"/>
              <a:t>some_column</a:t>
            </a:r>
            <a:endParaRPr lang="en-US" dirty="0"/>
          </a:p>
          <a:p>
            <a:r>
              <a:rPr lang="en-US" dirty="0"/>
              <a:t>OFFSET n ROWS</a:t>
            </a:r>
          </a:p>
          <a:p>
            <a:r>
              <a:rPr lang="en-US" dirty="0"/>
              <a:t>FETCH NEXT m ROWS ONLY;</a:t>
            </a:r>
          </a:p>
          <a:p>
            <a:endParaRPr lang="en-US" dirty="0"/>
          </a:p>
          <a:p>
            <a:endParaRPr lang="en-US" dirty="0"/>
          </a:p>
        </p:txBody>
      </p:sp>
      <p:sp>
        <p:nvSpPr>
          <p:cNvPr id="4" name="Rectangle 1">
            <a:extLst>
              <a:ext uri="{FF2B5EF4-FFF2-40B4-BE49-F238E27FC236}">
                <a16:creationId xmlns:a16="http://schemas.microsoft.com/office/drawing/2014/main" id="{486C9575-FE85-F268-9C30-B83888D29C7A}"/>
              </a:ext>
            </a:extLst>
          </p:cNvPr>
          <p:cNvSpPr>
            <a:spLocks noChangeArrowheads="1"/>
          </p:cNvSpPr>
          <p:nvPr/>
        </p:nvSpPr>
        <p:spPr bwMode="auto">
          <a:xfrm>
            <a:off x="838200" y="4841111"/>
            <a:ext cx="975145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Unicode MS"/>
              </a:rPr>
              <a:t>OFFSET n ROWS</a:t>
            </a:r>
            <a:r>
              <a:rPr kumimoji="0" lang="en-US" altLang="en-US" sz="3200" b="0" i="0" u="none" strike="noStrike" cap="none" normalizeH="0" baseline="0" dirty="0">
                <a:ln>
                  <a:noFill/>
                </a:ln>
                <a:solidFill>
                  <a:schemeClr val="tx1"/>
                </a:solidFill>
                <a:effectLst/>
              </a:rPr>
              <a:t> → skip the first </a:t>
            </a:r>
            <a:r>
              <a:rPr kumimoji="0" lang="en-US" altLang="en-US" sz="3200" b="0" i="0" u="none" strike="noStrike" cap="none" normalizeH="0" baseline="0" dirty="0">
                <a:ln>
                  <a:noFill/>
                </a:ln>
                <a:solidFill>
                  <a:schemeClr val="tx1"/>
                </a:solidFill>
                <a:effectLst/>
                <a:latin typeface="Arial Unicode MS"/>
              </a:rPr>
              <a:t>n</a:t>
            </a:r>
            <a:r>
              <a:rPr kumimoji="0" lang="en-US" altLang="en-US" sz="3200" b="0" i="0" u="none" strike="noStrike" cap="none" normalizeH="0" baseline="0" dirty="0">
                <a:ln>
                  <a:noFill/>
                </a:ln>
                <a:solidFill>
                  <a:schemeClr val="tx1"/>
                </a:solidFill>
                <a:effectLst/>
              </a:rPr>
              <a:t> rows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Unicode MS"/>
              </a:rPr>
              <a:t>FETCH NEXT m ROWS ONLY</a:t>
            </a:r>
            <a:r>
              <a:rPr kumimoji="0" lang="en-US" altLang="en-US" sz="3200" b="0" i="0" u="none" strike="noStrike" cap="none" normalizeH="0" baseline="0" dirty="0">
                <a:ln>
                  <a:noFill/>
                </a:ln>
                <a:solidFill>
                  <a:schemeClr val="tx1"/>
                </a:solidFill>
                <a:effectLst/>
              </a:rPr>
              <a:t> → get the next </a:t>
            </a:r>
            <a:r>
              <a:rPr kumimoji="0" lang="en-US" altLang="en-US" sz="3200" b="0" i="0" u="none" strike="noStrike" cap="none" normalizeH="0" baseline="0" dirty="0">
                <a:ln>
                  <a:noFill/>
                </a:ln>
                <a:solidFill>
                  <a:schemeClr val="tx1"/>
                </a:solidFill>
                <a:effectLst/>
                <a:latin typeface="Arial Unicode MS"/>
              </a:rPr>
              <a:t>m</a:t>
            </a:r>
            <a:r>
              <a:rPr kumimoji="0" lang="en-US" altLang="en-US" sz="3200" b="0" i="0" u="none" strike="noStrike" cap="none" normalizeH="0" baseline="0" dirty="0">
                <a:ln>
                  <a:noFill/>
                </a:ln>
                <a:solidFill>
                  <a:schemeClr val="tx1"/>
                </a:solidFill>
                <a:effectLst/>
              </a:rPr>
              <a:t> rows</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CD313FB4-C6A2-6C99-F3A9-74D94F217FB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Unicode MS"/>
              </a:rPr>
              <a:t>OFFSET n ROWS</a:t>
            </a:r>
            <a:r>
              <a:rPr kumimoji="0" lang="en-US" altLang="en-US" sz="600" b="0" i="0" u="none" strike="noStrike" cap="none" normalizeH="0" baseline="0">
                <a:ln>
                  <a:noFill/>
                </a:ln>
                <a:solidFill>
                  <a:schemeClr val="tx1"/>
                </a:solidFill>
                <a:effectLst/>
              </a:rPr>
              <a:t> → skip the first </a:t>
            </a:r>
            <a:r>
              <a:rPr kumimoji="0" lang="en-US" altLang="en-US" sz="1000" b="0" i="0" u="none" strike="noStrike" cap="none" normalizeH="0" baseline="0">
                <a:ln>
                  <a:noFill/>
                </a:ln>
                <a:solidFill>
                  <a:schemeClr val="tx1"/>
                </a:solidFill>
                <a:effectLst/>
                <a:latin typeface="Arial Unicode MS"/>
              </a:rPr>
              <a:t>n</a:t>
            </a:r>
            <a:r>
              <a:rPr kumimoji="0" lang="en-US" altLang="en-US" sz="600" b="0" i="0" u="none" strike="noStrike" cap="none" normalizeH="0" baseline="0">
                <a:ln>
                  <a:noFill/>
                </a:ln>
                <a:solidFill>
                  <a:schemeClr val="tx1"/>
                </a:solidFill>
                <a:effectLst/>
              </a:rPr>
              <a:t> rows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Unicode MS"/>
              </a:rPr>
              <a:t>FETCH NEXT m ROWS ONLY</a:t>
            </a:r>
            <a:r>
              <a:rPr kumimoji="0" lang="en-US" altLang="en-US" sz="600" b="0" i="0" u="none" strike="noStrike" cap="none" normalizeH="0" baseline="0">
                <a:ln>
                  <a:noFill/>
                </a:ln>
                <a:solidFill>
                  <a:schemeClr val="tx1"/>
                </a:solidFill>
                <a:effectLst/>
              </a:rPr>
              <a:t> → get the next </a:t>
            </a:r>
            <a:r>
              <a:rPr kumimoji="0" lang="en-US" altLang="en-US" sz="1000" b="0" i="0" u="none" strike="noStrike" cap="none" normalizeH="0" baseline="0">
                <a:ln>
                  <a:noFill/>
                </a:ln>
                <a:solidFill>
                  <a:schemeClr val="tx1"/>
                </a:solidFill>
                <a:effectLst/>
                <a:latin typeface="Arial Unicode MS"/>
              </a:rPr>
              <a:t>m</a:t>
            </a:r>
            <a:r>
              <a:rPr kumimoji="0" lang="en-US" altLang="en-US" sz="600" b="0" i="0" u="none" strike="noStrike" cap="none" normalizeH="0" baseline="0">
                <a:ln>
                  <a:noFill/>
                </a:ln>
                <a:solidFill>
                  <a:schemeClr val="tx1"/>
                </a:solidFill>
                <a:effectLst/>
              </a:rPr>
              <a:t> rows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35333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BD273-A01E-2277-228F-FF3DF5EB5AB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AD52A93-7DB8-60CB-B14E-7DEA8CD2B97C}"/>
              </a:ext>
            </a:extLst>
          </p:cNvPr>
          <p:cNvSpPr>
            <a:spLocks noGrp="1"/>
          </p:cNvSpPr>
          <p:nvPr>
            <p:ph idx="1"/>
          </p:nvPr>
        </p:nvSpPr>
        <p:spPr/>
        <p:txBody>
          <a:bodyPr/>
          <a:lstStyle/>
          <a:p>
            <a:r>
              <a:rPr lang="en-US" dirty="0"/>
              <a:t>SELECT </a:t>
            </a:r>
            <a:r>
              <a:rPr lang="en-US" dirty="0" err="1"/>
              <a:t>employee_id</a:t>
            </a:r>
            <a:r>
              <a:rPr lang="en-US" dirty="0"/>
              <a:t>, </a:t>
            </a:r>
            <a:r>
              <a:rPr lang="en-US" dirty="0" err="1"/>
              <a:t>first_name</a:t>
            </a:r>
            <a:r>
              <a:rPr lang="en-US" dirty="0"/>
              <a:t>, </a:t>
            </a:r>
            <a:r>
              <a:rPr lang="en-US" dirty="0" err="1"/>
              <a:t>last_name</a:t>
            </a:r>
            <a:endParaRPr lang="en-US" dirty="0"/>
          </a:p>
          <a:p>
            <a:r>
              <a:rPr lang="en-US" dirty="0"/>
              <a:t>FROM employee</a:t>
            </a:r>
          </a:p>
          <a:p>
            <a:r>
              <a:rPr lang="en-US" dirty="0"/>
              <a:t>ORDER BY </a:t>
            </a:r>
            <a:r>
              <a:rPr lang="en-US" dirty="0" err="1"/>
              <a:t>employee_id</a:t>
            </a:r>
            <a:endParaRPr lang="en-US" dirty="0"/>
          </a:p>
          <a:p>
            <a:r>
              <a:rPr lang="en-US" dirty="0"/>
              <a:t>LIMIT 10 OFFSET 5;</a:t>
            </a:r>
          </a:p>
        </p:txBody>
      </p:sp>
    </p:spTree>
    <p:extLst>
      <p:ext uri="{BB962C8B-B14F-4D97-AF65-F5344CB8AC3E}">
        <p14:creationId xmlns:p14="http://schemas.microsoft.com/office/powerpoint/2010/main" val="589998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4C062-5C54-A759-5319-B04C19367207}"/>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AF190CA8-4578-11D1-5256-AF5B7415B92F}"/>
              </a:ext>
            </a:extLst>
          </p:cNvPr>
          <p:cNvGraphicFramePr>
            <a:graphicFrameLocks noGrp="1"/>
          </p:cNvGraphicFramePr>
          <p:nvPr>
            <p:ph idx="1"/>
          </p:nvPr>
        </p:nvGraphicFramePr>
        <p:xfrm>
          <a:off x="838200" y="2904014"/>
          <a:ext cx="10515600" cy="2194560"/>
        </p:xfrm>
        <a:graphic>
          <a:graphicData uri="http://schemas.openxmlformats.org/drawingml/2006/table">
            <a:tbl>
              <a:tblPr/>
              <a:tblGrid>
                <a:gridCol w="3505200">
                  <a:extLst>
                    <a:ext uri="{9D8B030D-6E8A-4147-A177-3AD203B41FA5}">
                      <a16:colId xmlns:a16="http://schemas.microsoft.com/office/drawing/2014/main" val="2381144155"/>
                    </a:ext>
                  </a:extLst>
                </a:gridCol>
                <a:gridCol w="3505200">
                  <a:extLst>
                    <a:ext uri="{9D8B030D-6E8A-4147-A177-3AD203B41FA5}">
                      <a16:colId xmlns:a16="http://schemas.microsoft.com/office/drawing/2014/main" val="2689238695"/>
                    </a:ext>
                  </a:extLst>
                </a:gridCol>
                <a:gridCol w="3505200">
                  <a:extLst>
                    <a:ext uri="{9D8B030D-6E8A-4147-A177-3AD203B41FA5}">
                      <a16:colId xmlns:a16="http://schemas.microsoft.com/office/drawing/2014/main" val="1292990362"/>
                    </a:ext>
                  </a:extLst>
                </a:gridCol>
              </a:tblGrid>
              <a:tr h="0">
                <a:tc>
                  <a:txBody>
                    <a:bodyPr/>
                    <a:lstStyle/>
                    <a:p>
                      <a:pPr>
                        <a:buNone/>
                      </a:pPr>
                      <a:r>
                        <a:rPr lang="en-US"/>
                        <a:t>Function</a:t>
                      </a:r>
                    </a:p>
                  </a:txBody>
                  <a:tcPr anchor="ctr">
                    <a:lnL>
                      <a:noFill/>
                    </a:lnL>
                    <a:lnR>
                      <a:noFill/>
                    </a:lnR>
                    <a:lnT>
                      <a:noFill/>
                    </a:lnT>
                    <a:lnB>
                      <a:noFill/>
                    </a:lnB>
                    <a:noFill/>
                  </a:tcPr>
                </a:tc>
                <a:tc>
                  <a:txBody>
                    <a:bodyPr/>
                    <a:lstStyle/>
                    <a:p>
                      <a:pPr>
                        <a:buNone/>
                      </a:pPr>
                      <a:r>
                        <a:rPr lang="en-US"/>
                        <a:t>What it does</a:t>
                      </a:r>
                    </a:p>
                  </a:txBody>
                  <a:tcPr anchor="ctr">
                    <a:lnL>
                      <a:noFill/>
                    </a:lnL>
                    <a:lnR>
                      <a:noFill/>
                    </a:lnR>
                    <a:lnT>
                      <a:noFill/>
                    </a:lnT>
                    <a:lnB>
                      <a:noFill/>
                    </a:lnB>
                    <a:noFill/>
                  </a:tcPr>
                </a:tc>
                <a:tc>
                  <a:txBody>
                    <a:bodyPr/>
                    <a:lstStyle/>
                    <a:p>
                      <a:pPr>
                        <a:buNone/>
                      </a:pPr>
                      <a:r>
                        <a:rPr lang="en-US"/>
                        <a:t>Example</a:t>
                      </a:r>
                    </a:p>
                  </a:txBody>
                  <a:tcPr anchor="ctr">
                    <a:lnL>
                      <a:noFill/>
                    </a:lnL>
                    <a:lnR>
                      <a:noFill/>
                    </a:lnR>
                    <a:lnT>
                      <a:noFill/>
                    </a:lnT>
                    <a:lnB>
                      <a:noFill/>
                    </a:lnB>
                    <a:noFill/>
                  </a:tcPr>
                </a:tc>
                <a:extLst>
                  <a:ext uri="{0D108BD9-81ED-4DB2-BD59-A6C34878D82A}">
                    <a16:rowId xmlns:a16="http://schemas.microsoft.com/office/drawing/2014/main" val="708843222"/>
                  </a:ext>
                </a:extLst>
              </a:tr>
              <a:tr h="0">
                <a:tc>
                  <a:txBody>
                    <a:bodyPr/>
                    <a:lstStyle/>
                    <a:p>
                      <a:pPr>
                        <a:buNone/>
                      </a:pPr>
                      <a:r>
                        <a:rPr lang="en-US">
                          <a:latin typeface="Courier New" panose="02070309020205020404" pitchFamily="49" charset="0"/>
                        </a:rPr>
                        <a:t>COUNT()</a:t>
                      </a:r>
                      <a:endParaRPr lang="en-US"/>
                    </a:p>
                  </a:txBody>
                  <a:tcPr anchor="ctr">
                    <a:lnL>
                      <a:noFill/>
                    </a:lnL>
                    <a:lnR>
                      <a:noFill/>
                    </a:lnR>
                    <a:lnT>
                      <a:noFill/>
                    </a:lnT>
                    <a:lnB>
                      <a:noFill/>
                    </a:lnB>
                    <a:noFill/>
                  </a:tcPr>
                </a:tc>
                <a:tc>
                  <a:txBody>
                    <a:bodyPr/>
                    <a:lstStyle/>
                    <a:p>
                      <a:pPr>
                        <a:buNone/>
                      </a:pPr>
                      <a:r>
                        <a:rPr lang="en-US"/>
                        <a:t>Counts rows or non-NULL values</a:t>
                      </a:r>
                    </a:p>
                  </a:txBody>
                  <a:tcPr anchor="ctr">
                    <a:lnL>
                      <a:noFill/>
                    </a:lnL>
                    <a:lnR>
                      <a:noFill/>
                    </a:lnR>
                    <a:lnT>
                      <a:noFill/>
                    </a:lnT>
                    <a:lnB>
                      <a:noFill/>
                    </a:lnB>
                    <a:noFill/>
                  </a:tcPr>
                </a:tc>
                <a:tc>
                  <a:txBody>
                    <a:bodyPr/>
                    <a:lstStyle/>
                    <a:p>
                      <a:pPr>
                        <a:buNone/>
                      </a:pPr>
                      <a:r>
                        <a:rPr lang="en-US">
                          <a:latin typeface="Courier New" panose="02070309020205020404" pitchFamily="49" charset="0"/>
                        </a:rPr>
                        <a:t>COUNT(*)</a:t>
                      </a:r>
                      <a:r>
                        <a:rPr lang="en-US"/>
                        <a:t> counts all rows</a:t>
                      </a:r>
                    </a:p>
                  </a:txBody>
                  <a:tcPr anchor="ctr">
                    <a:lnL>
                      <a:noFill/>
                    </a:lnL>
                    <a:lnR>
                      <a:noFill/>
                    </a:lnR>
                    <a:lnT>
                      <a:noFill/>
                    </a:lnT>
                    <a:lnB>
                      <a:noFill/>
                    </a:lnB>
                    <a:noFill/>
                  </a:tcPr>
                </a:tc>
                <a:extLst>
                  <a:ext uri="{0D108BD9-81ED-4DB2-BD59-A6C34878D82A}">
                    <a16:rowId xmlns:a16="http://schemas.microsoft.com/office/drawing/2014/main" val="396277578"/>
                  </a:ext>
                </a:extLst>
              </a:tr>
              <a:tr h="0">
                <a:tc>
                  <a:txBody>
                    <a:bodyPr/>
                    <a:lstStyle/>
                    <a:p>
                      <a:pPr>
                        <a:buNone/>
                      </a:pPr>
                      <a:r>
                        <a:rPr lang="en-US">
                          <a:latin typeface="Courier New" panose="02070309020205020404" pitchFamily="49" charset="0"/>
                        </a:rPr>
                        <a:t>SUM()</a:t>
                      </a:r>
                      <a:endParaRPr lang="en-US"/>
                    </a:p>
                  </a:txBody>
                  <a:tcPr anchor="ctr">
                    <a:lnL>
                      <a:noFill/>
                    </a:lnL>
                    <a:lnR>
                      <a:noFill/>
                    </a:lnR>
                    <a:lnT>
                      <a:noFill/>
                    </a:lnT>
                    <a:lnB>
                      <a:noFill/>
                    </a:lnB>
                    <a:noFill/>
                  </a:tcPr>
                </a:tc>
                <a:tc>
                  <a:txBody>
                    <a:bodyPr/>
                    <a:lstStyle/>
                    <a:p>
                      <a:pPr>
                        <a:buNone/>
                      </a:pPr>
                      <a:r>
                        <a:rPr lang="en-US"/>
                        <a:t>Adds up numeric values</a:t>
                      </a:r>
                    </a:p>
                  </a:txBody>
                  <a:tcPr anchor="ctr">
                    <a:lnL>
                      <a:noFill/>
                    </a:lnL>
                    <a:lnR>
                      <a:noFill/>
                    </a:lnR>
                    <a:lnT>
                      <a:noFill/>
                    </a:lnT>
                    <a:lnB>
                      <a:noFill/>
                    </a:lnB>
                    <a:noFill/>
                  </a:tcPr>
                </a:tc>
                <a:tc>
                  <a:txBody>
                    <a:bodyPr/>
                    <a:lstStyle/>
                    <a:p>
                      <a:pPr>
                        <a:buNone/>
                      </a:pPr>
                      <a:r>
                        <a:rPr lang="en-US">
                          <a:latin typeface="Courier New" panose="02070309020205020404" pitchFamily="49" charset="0"/>
                        </a:rPr>
                        <a:t>SUM(salary)</a:t>
                      </a:r>
                      <a:endParaRPr lang="en-US"/>
                    </a:p>
                  </a:txBody>
                  <a:tcPr anchor="ctr">
                    <a:lnL>
                      <a:noFill/>
                    </a:lnL>
                    <a:lnR>
                      <a:noFill/>
                    </a:lnR>
                    <a:lnT>
                      <a:noFill/>
                    </a:lnT>
                    <a:lnB>
                      <a:noFill/>
                    </a:lnB>
                    <a:noFill/>
                  </a:tcPr>
                </a:tc>
                <a:extLst>
                  <a:ext uri="{0D108BD9-81ED-4DB2-BD59-A6C34878D82A}">
                    <a16:rowId xmlns:a16="http://schemas.microsoft.com/office/drawing/2014/main" val="1937414130"/>
                  </a:ext>
                </a:extLst>
              </a:tr>
              <a:tr h="0">
                <a:tc>
                  <a:txBody>
                    <a:bodyPr/>
                    <a:lstStyle/>
                    <a:p>
                      <a:pPr>
                        <a:buNone/>
                      </a:pPr>
                      <a:r>
                        <a:rPr lang="en-US">
                          <a:latin typeface="Courier New" panose="02070309020205020404" pitchFamily="49" charset="0"/>
                        </a:rPr>
                        <a:t>AVG()</a:t>
                      </a:r>
                      <a:endParaRPr lang="en-US"/>
                    </a:p>
                  </a:txBody>
                  <a:tcPr anchor="ctr">
                    <a:lnL>
                      <a:noFill/>
                    </a:lnL>
                    <a:lnR>
                      <a:noFill/>
                    </a:lnR>
                    <a:lnT>
                      <a:noFill/>
                    </a:lnT>
                    <a:lnB>
                      <a:noFill/>
                    </a:lnB>
                    <a:noFill/>
                  </a:tcPr>
                </a:tc>
                <a:tc>
                  <a:txBody>
                    <a:bodyPr/>
                    <a:lstStyle/>
                    <a:p>
                      <a:pPr>
                        <a:buNone/>
                      </a:pPr>
                      <a:r>
                        <a:rPr lang="en-US"/>
                        <a:t>Calculates average</a:t>
                      </a:r>
                    </a:p>
                  </a:txBody>
                  <a:tcPr anchor="ctr">
                    <a:lnL>
                      <a:noFill/>
                    </a:lnL>
                    <a:lnR>
                      <a:noFill/>
                    </a:lnR>
                    <a:lnT>
                      <a:noFill/>
                    </a:lnT>
                    <a:lnB>
                      <a:noFill/>
                    </a:lnB>
                    <a:noFill/>
                  </a:tcPr>
                </a:tc>
                <a:tc>
                  <a:txBody>
                    <a:bodyPr/>
                    <a:lstStyle/>
                    <a:p>
                      <a:pPr>
                        <a:buNone/>
                      </a:pPr>
                      <a:r>
                        <a:rPr lang="en-US">
                          <a:latin typeface="Courier New" panose="02070309020205020404" pitchFamily="49" charset="0"/>
                        </a:rPr>
                        <a:t>AVG(age)</a:t>
                      </a:r>
                      <a:endParaRPr lang="en-US"/>
                    </a:p>
                  </a:txBody>
                  <a:tcPr anchor="ctr">
                    <a:lnL>
                      <a:noFill/>
                    </a:lnL>
                    <a:lnR>
                      <a:noFill/>
                    </a:lnR>
                    <a:lnT>
                      <a:noFill/>
                    </a:lnT>
                    <a:lnB>
                      <a:noFill/>
                    </a:lnB>
                    <a:noFill/>
                  </a:tcPr>
                </a:tc>
                <a:extLst>
                  <a:ext uri="{0D108BD9-81ED-4DB2-BD59-A6C34878D82A}">
                    <a16:rowId xmlns:a16="http://schemas.microsoft.com/office/drawing/2014/main" val="211668567"/>
                  </a:ext>
                </a:extLst>
              </a:tr>
              <a:tr h="0">
                <a:tc>
                  <a:txBody>
                    <a:bodyPr/>
                    <a:lstStyle/>
                    <a:p>
                      <a:pPr>
                        <a:buNone/>
                      </a:pPr>
                      <a:r>
                        <a:rPr lang="en-US">
                          <a:latin typeface="Courier New" panose="02070309020205020404" pitchFamily="49" charset="0"/>
                        </a:rPr>
                        <a:t>MIN()</a:t>
                      </a:r>
                      <a:endParaRPr lang="en-US"/>
                    </a:p>
                  </a:txBody>
                  <a:tcPr anchor="ctr">
                    <a:lnL>
                      <a:noFill/>
                    </a:lnL>
                    <a:lnR>
                      <a:noFill/>
                    </a:lnR>
                    <a:lnT>
                      <a:noFill/>
                    </a:lnT>
                    <a:lnB>
                      <a:noFill/>
                    </a:lnB>
                    <a:noFill/>
                  </a:tcPr>
                </a:tc>
                <a:tc>
                  <a:txBody>
                    <a:bodyPr/>
                    <a:lstStyle/>
                    <a:p>
                      <a:pPr>
                        <a:buNone/>
                      </a:pPr>
                      <a:r>
                        <a:rPr lang="en-US"/>
                        <a:t>Finds minimum value</a:t>
                      </a:r>
                    </a:p>
                  </a:txBody>
                  <a:tcPr anchor="ctr">
                    <a:lnL>
                      <a:noFill/>
                    </a:lnL>
                    <a:lnR>
                      <a:noFill/>
                    </a:lnR>
                    <a:lnT>
                      <a:noFill/>
                    </a:lnT>
                    <a:lnB>
                      <a:noFill/>
                    </a:lnB>
                    <a:noFill/>
                  </a:tcPr>
                </a:tc>
                <a:tc>
                  <a:txBody>
                    <a:bodyPr/>
                    <a:lstStyle/>
                    <a:p>
                      <a:pPr>
                        <a:buNone/>
                      </a:pPr>
                      <a:r>
                        <a:rPr lang="en-US">
                          <a:latin typeface="Courier New" panose="02070309020205020404" pitchFamily="49" charset="0"/>
                        </a:rPr>
                        <a:t>MIN(salary)</a:t>
                      </a:r>
                      <a:endParaRPr lang="en-US"/>
                    </a:p>
                  </a:txBody>
                  <a:tcPr anchor="ctr">
                    <a:lnL>
                      <a:noFill/>
                    </a:lnL>
                    <a:lnR>
                      <a:noFill/>
                    </a:lnR>
                    <a:lnT>
                      <a:noFill/>
                    </a:lnT>
                    <a:lnB>
                      <a:noFill/>
                    </a:lnB>
                    <a:noFill/>
                  </a:tcPr>
                </a:tc>
                <a:extLst>
                  <a:ext uri="{0D108BD9-81ED-4DB2-BD59-A6C34878D82A}">
                    <a16:rowId xmlns:a16="http://schemas.microsoft.com/office/drawing/2014/main" val="1626114162"/>
                  </a:ext>
                </a:extLst>
              </a:tr>
              <a:tr h="0">
                <a:tc>
                  <a:txBody>
                    <a:bodyPr/>
                    <a:lstStyle/>
                    <a:p>
                      <a:pPr>
                        <a:buNone/>
                      </a:pPr>
                      <a:r>
                        <a:rPr lang="en-US">
                          <a:latin typeface="Courier New" panose="02070309020205020404" pitchFamily="49" charset="0"/>
                        </a:rPr>
                        <a:t>MAX()</a:t>
                      </a:r>
                      <a:endParaRPr lang="en-US"/>
                    </a:p>
                  </a:txBody>
                  <a:tcPr anchor="ctr">
                    <a:lnL>
                      <a:noFill/>
                    </a:lnL>
                    <a:lnR>
                      <a:noFill/>
                    </a:lnR>
                    <a:lnT>
                      <a:noFill/>
                    </a:lnT>
                    <a:lnB>
                      <a:noFill/>
                    </a:lnB>
                    <a:noFill/>
                  </a:tcPr>
                </a:tc>
                <a:tc>
                  <a:txBody>
                    <a:bodyPr/>
                    <a:lstStyle/>
                    <a:p>
                      <a:pPr>
                        <a:buNone/>
                      </a:pPr>
                      <a:r>
                        <a:rPr lang="en-US"/>
                        <a:t>Finds maximum value</a:t>
                      </a:r>
                    </a:p>
                  </a:txBody>
                  <a:tcPr anchor="ctr">
                    <a:lnL>
                      <a:noFill/>
                    </a:lnL>
                    <a:lnR>
                      <a:noFill/>
                    </a:lnR>
                    <a:lnT>
                      <a:noFill/>
                    </a:lnT>
                    <a:lnB>
                      <a:noFill/>
                    </a:lnB>
                    <a:noFill/>
                  </a:tcPr>
                </a:tc>
                <a:tc>
                  <a:txBody>
                    <a:bodyPr/>
                    <a:lstStyle/>
                    <a:p>
                      <a:pPr>
                        <a:buNone/>
                      </a:pPr>
                      <a:r>
                        <a:rPr lang="en-US" dirty="0">
                          <a:latin typeface="Courier New" panose="02070309020205020404" pitchFamily="49" charset="0"/>
                        </a:rPr>
                        <a:t>MAX(age)</a:t>
                      </a:r>
                      <a:endParaRPr lang="en-US" dirty="0"/>
                    </a:p>
                  </a:txBody>
                  <a:tcPr anchor="ctr">
                    <a:lnL>
                      <a:noFill/>
                    </a:lnL>
                    <a:lnR>
                      <a:noFill/>
                    </a:lnR>
                    <a:lnT>
                      <a:noFill/>
                    </a:lnT>
                    <a:lnB>
                      <a:noFill/>
                    </a:lnB>
                    <a:noFill/>
                  </a:tcPr>
                </a:tc>
                <a:extLst>
                  <a:ext uri="{0D108BD9-81ED-4DB2-BD59-A6C34878D82A}">
                    <a16:rowId xmlns:a16="http://schemas.microsoft.com/office/drawing/2014/main" val="1830665840"/>
                  </a:ext>
                </a:extLst>
              </a:tr>
            </a:tbl>
          </a:graphicData>
        </a:graphic>
      </p:graphicFrame>
      <p:sp>
        <p:nvSpPr>
          <p:cNvPr id="5" name="Rectangle 1">
            <a:extLst>
              <a:ext uri="{FF2B5EF4-FFF2-40B4-BE49-F238E27FC236}">
                <a16:creationId xmlns:a16="http://schemas.microsoft.com/office/drawing/2014/main" id="{C960BB60-E775-4649-B988-F0470ADF219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chemeClr val="tx1"/>
                </a:solidFill>
                <a:effectLst/>
                <a:latin typeface="Arial" panose="020B0604020202020204" pitchFamily="34" charset="0"/>
              </a:rPr>
              <a:t>Common Aggregate Functions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37916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D89E0AF-4B90-FC09-93D4-9829B624DF21}"/>
              </a:ext>
            </a:extLst>
          </p:cNvPr>
          <p:cNvPicPr>
            <a:picLocks noChangeAspect="1"/>
          </p:cNvPicPr>
          <p:nvPr/>
        </p:nvPicPr>
        <p:blipFill>
          <a:blip r:embed="rId2"/>
          <a:stretch>
            <a:fillRect/>
          </a:stretch>
        </p:blipFill>
        <p:spPr>
          <a:xfrm>
            <a:off x="37254" y="18574"/>
            <a:ext cx="12117491" cy="6820852"/>
          </a:xfrm>
          <a:prstGeom prst="rect">
            <a:avLst/>
          </a:prstGeom>
        </p:spPr>
      </p:pic>
    </p:spTree>
    <p:extLst>
      <p:ext uri="{BB962C8B-B14F-4D97-AF65-F5344CB8AC3E}">
        <p14:creationId xmlns:p14="http://schemas.microsoft.com/office/powerpoint/2010/main" val="765032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A0E163A-3D13-FFFC-FC43-87F360BD2211}"/>
              </a:ext>
            </a:extLst>
          </p:cNvPr>
          <p:cNvPicPr>
            <a:picLocks noGrp="1" noChangeAspect="1"/>
          </p:cNvPicPr>
          <p:nvPr>
            <p:ph idx="1"/>
          </p:nvPr>
        </p:nvPicPr>
        <p:blipFill>
          <a:blip r:embed="rId2"/>
          <a:stretch>
            <a:fillRect/>
          </a:stretch>
        </p:blipFill>
        <p:spPr>
          <a:xfrm>
            <a:off x="0" y="0"/>
            <a:ext cx="4608328" cy="3775587"/>
          </a:xfrm>
        </p:spPr>
      </p:pic>
      <p:pic>
        <p:nvPicPr>
          <p:cNvPr id="7" name="Picture 6">
            <a:extLst>
              <a:ext uri="{FF2B5EF4-FFF2-40B4-BE49-F238E27FC236}">
                <a16:creationId xmlns:a16="http://schemas.microsoft.com/office/drawing/2014/main" id="{9320E19D-080F-7DE3-664F-EF6E4EEEC8FB}"/>
              </a:ext>
            </a:extLst>
          </p:cNvPr>
          <p:cNvPicPr>
            <a:picLocks noChangeAspect="1"/>
          </p:cNvPicPr>
          <p:nvPr/>
        </p:nvPicPr>
        <p:blipFill>
          <a:blip r:embed="rId3"/>
          <a:stretch>
            <a:fillRect/>
          </a:stretch>
        </p:blipFill>
        <p:spPr>
          <a:xfrm>
            <a:off x="4608328" y="0"/>
            <a:ext cx="7583672" cy="6858000"/>
          </a:xfrm>
          <a:prstGeom prst="rect">
            <a:avLst/>
          </a:prstGeom>
        </p:spPr>
      </p:pic>
      <p:pic>
        <p:nvPicPr>
          <p:cNvPr id="9" name="Picture 8">
            <a:extLst>
              <a:ext uri="{FF2B5EF4-FFF2-40B4-BE49-F238E27FC236}">
                <a16:creationId xmlns:a16="http://schemas.microsoft.com/office/drawing/2014/main" id="{FDFDFDA2-C398-9A92-D94B-275F74FAAC1B}"/>
              </a:ext>
            </a:extLst>
          </p:cNvPr>
          <p:cNvPicPr>
            <a:picLocks noChangeAspect="1"/>
          </p:cNvPicPr>
          <p:nvPr/>
        </p:nvPicPr>
        <p:blipFill>
          <a:blip r:embed="rId4"/>
          <a:stretch>
            <a:fillRect/>
          </a:stretch>
        </p:blipFill>
        <p:spPr>
          <a:xfrm>
            <a:off x="0" y="3775586"/>
            <a:ext cx="4608328" cy="3082413"/>
          </a:xfrm>
          <a:prstGeom prst="rect">
            <a:avLst/>
          </a:prstGeom>
        </p:spPr>
      </p:pic>
    </p:spTree>
    <p:extLst>
      <p:ext uri="{BB962C8B-B14F-4D97-AF65-F5344CB8AC3E}">
        <p14:creationId xmlns:p14="http://schemas.microsoft.com/office/powerpoint/2010/main" val="1754039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FD9DB9-46B5-63C5-B072-1E8D801171FD}"/>
              </a:ext>
            </a:extLst>
          </p:cNvPr>
          <p:cNvPicPr>
            <a:picLocks noChangeAspect="1"/>
          </p:cNvPicPr>
          <p:nvPr/>
        </p:nvPicPr>
        <p:blipFill>
          <a:blip r:embed="rId2"/>
          <a:stretch>
            <a:fillRect/>
          </a:stretch>
        </p:blipFill>
        <p:spPr>
          <a:xfrm>
            <a:off x="0" y="0"/>
            <a:ext cx="12064181" cy="6858000"/>
          </a:xfrm>
          <a:prstGeom prst="rect">
            <a:avLst/>
          </a:prstGeom>
        </p:spPr>
      </p:pic>
    </p:spTree>
    <p:extLst>
      <p:ext uri="{BB962C8B-B14F-4D97-AF65-F5344CB8AC3E}">
        <p14:creationId xmlns:p14="http://schemas.microsoft.com/office/powerpoint/2010/main" val="2769097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AD3496-7042-589C-7878-F1F3B85507FF}"/>
              </a:ext>
            </a:extLst>
          </p:cNvPr>
          <p:cNvSpPr>
            <a:spLocks noGrp="1"/>
          </p:cNvSpPr>
          <p:nvPr>
            <p:ph idx="1"/>
          </p:nvPr>
        </p:nvSpPr>
        <p:spPr>
          <a:xfrm>
            <a:off x="251460" y="198120"/>
            <a:ext cx="11102340" cy="5978843"/>
          </a:xfrm>
        </p:spPr>
        <p:txBody>
          <a:bodyPr>
            <a:normAutofit fontScale="47500" lnSpcReduction="20000"/>
          </a:bodyPr>
          <a:lstStyle/>
          <a:p>
            <a:pPr marL="0" indent="0">
              <a:buNone/>
            </a:pPr>
            <a:r>
              <a:rPr lang="en-US" b="1" dirty="0"/>
              <a:t>CREATE</a:t>
            </a:r>
            <a:r>
              <a:rPr lang="en-US" dirty="0"/>
              <a:t> </a:t>
            </a:r>
            <a:r>
              <a:rPr lang="en-US" b="1" dirty="0"/>
              <a:t>TABLE</a:t>
            </a:r>
            <a:r>
              <a:rPr lang="en-US" dirty="0"/>
              <a:t> employee_batch06 (</a:t>
            </a:r>
          </a:p>
          <a:p>
            <a:pPr marL="0" indent="0">
              <a:buNone/>
            </a:pPr>
            <a:r>
              <a:rPr lang="en-US" dirty="0" err="1"/>
              <a:t>employee_id</a:t>
            </a:r>
            <a:r>
              <a:rPr lang="en-US" dirty="0"/>
              <a:t> </a:t>
            </a:r>
            <a:r>
              <a:rPr lang="en-US" b="1" dirty="0"/>
              <a:t>INT</a:t>
            </a:r>
            <a:r>
              <a:rPr lang="en-US" dirty="0"/>
              <a:t> </a:t>
            </a:r>
            <a:r>
              <a:rPr lang="en-US" b="1" dirty="0"/>
              <a:t>GENERATED</a:t>
            </a:r>
            <a:r>
              <a:rPr lang="en-US" dirty="0"/>
              <a:t> </a:t>
            </a:r>
            <a:r>
              <a:rPr lang="en-US" b="1" dirty="0"/>
              <a:t>ALWAYS</a:t>
            </a:r>
            <a:r>
              <a:rPr lang="en-US" dirty="0"/>
              <a:t> </a:t>
            </a:r>
            <a:r>
              <a:rPr lang="en-US" b="1" dirty="0"/>
              <a:t>AS</a:t>
            </a:r>
            <a:r>
              <a:rPr lang="en-US" dirty="0"/>
              <a:t> </a:t>
            </a:r>
            <a:r>
              <a:rPr lang="en-US" b="1" dirty="0"/>
              <a:t>IDENTITY</a:t>
            </a:r>
            <a:r>
              <a:rPr lang="en-US" dirty="0"/>
              <a:t> </a:t>
            </a:r>
            <a:r>
              <a:rPr lang="en-US" b="1" dirty="0"/>
              <a:t>PRIMARY</a:t>
            </a:r>
            <a:r>
              <a:rPr lang="en-US" dirty="0"/>
              <a:t> </a:t>
            </a:r>
            <a:r>
              <a:rPr lang="en-US" b="1" dirty="0"/>
              <a:t>KEY</a:t>
            </a:r>
            <a:r>
              <a:rPr lang="en-US" dirty="0"/>
              <a:t>,</a:t>
            </a:r>
          </a:p>
          <a:p>
            <a:pPr marL="0" indent="0">
              <a:buNone/>
            </a:pPr>
            <a:r>
              <a:rPr lang="en-US" dirty="0" err="1"/>
              <a:t>first_name</a:t>
            </a:r>
            <a:r>
              <a:rPr lang="en-US" dirty="0"/>
              <a:t> </a:t>
            </a:r>
            <a:r>
              <a:rPr lang="en-US" b="1" dirty="0"/>
              <a:t>VARCHAR</a:t>
            </a:r>
            <a:r>
              <a:rPr lang="en-US" dirty="0"/>
              <a:t>(100),</a:t>
            </a:r>
          </a:p>
          <a:p>
            <a:pPr marL="0" indent="0">
              <a:buNone/>
            </a:pPr>
            <a:r>
              <a:rPr lang="en-US" dirty="0" err="1"/>
              <a:t>last_name</a:t>
            </a:r>
            <a:r>
              <a:rPr lang="en-US" dirty="0"/>
              <a:t> </a:t>
            </a:r>
            <a:r>
              <a:rPr lang="en-US" b="1" dirty="0"/>
              <a:t>VARCHAR</a:t>
            </a:r>
            <a:r>
              <a:rPr lang="en-US" dirty="0"/>
              <a:t>(100),</a:t>
            </a:r>
          </a:p>
          <a:p>
            <a:pPr marL="0" indent="0">
              <a:buNone/>
            </a:pPr>
            <a:r>
              <a:rPr lang="en-US" dirty="0" err="1"/>
              <a:t>department_id</a:t>
            </a:r>
            <a:r>
              <a:rPr lang="en-US" dirty="0"/>
              <a:t> </a:t>
            </a:r>
            <a:r>
              <a:rPr lang="en-US" b="1" dirty="0"/>
              <a:t>INT</a:t>
            </a:r>
            <a:r>
              <a:rPr lang="en-US" dirty="0"/>
              <a:t>,</a:t>
            </a:r>
          </a:p>
          <a:p>
            <a:pPr marL="0" indent="0">
              <a:buNone/>
            </a:pPr>
            <a:r>
              <a:rPr lang="en-US" b="1" dirty="0"/>
              <a:t>CONSTRAINT</a:t>
            </a:r>
            <a:r>
              <a:rPr lang="en-US" dirty="0"/>
              <a:t> </a:t>
            </a:r>
            <a:r>
              <a:rPr lang="en-US" dirty="0" err="1"/>
              <a:t>employee_department_fk</a:t>
            </a:r>
            <a:endParaRPr lang="en-US" dirty="0"/>
          </a:p>
          <a:p>
            <a:pPr marL="0" indent="0">
              <a:buNone/>
            </a:pPr>
            <a:r>
              <a:rPr lang="en-US" b="1" dirty="0"/>
              <a:t>FOREIGN</a:t>
            </a:r>
            <a:r>
              <a:rPr lang="en-US" dirty="0"/>
              <a:t> </a:t>
            </a:r>
            <a:r>
              <a:rPr lang="en-US" b="1" dirty="0"/>
              <a:t>KEY</a:t>
            </a:r>
            <a:r>
              <a:rPr lang="en-US" dirty="0"/>
              <a:t> (</a:t>
            </a:r>
            <a:r>
              <a:rPr lang="en-US" dirty="0" err="1"/>
              <a:t>department_id</a:t>
            </a:r>
            <a:r>
              <a:rPr lang="en-US" dirty="0"/>
              <a:t>)</a:t>
            </a:r>
          </a:p>
          <a:p>
            <a:pPr marL="0" indent="0">
              <a:buNone/>
            </a:pPr>
            <a:r>
              <a:rPr lang="en-US" b="1" dirty="0"/>
              <a:t>REFERENCES</a:t>
            </a:r>
            <a:r>
              <a:rPr lang="en-US" dirty="0"/>
              <a:t> department_batch06 (</a:t>
            </a:r>
            <a:r>
              <a:rPr lang="en-US" dirty="0" err="1"/>
              <a:t>department_id</a:t>
            </a:r>
            <a:r>
              <a:rPr lang="en-US" dirty="0"/>
              <a:t>)</a:t>
            </a:r>
          </a:p>
          <a:p>
            <a:pPr marL="0" indent="0">
              <a:buNone/>
            </a:pPr>
            <a:r>
              <a:rPr lang="en-US" dirty="0"/>
              <a:t>);</a:t>
            </a:r>
          </a:p>
          <a:p>
            <a:pPr marL="0" indent="0">
              <a:buNone/>
            </a:pPr>
            <a:endParaRPr lang="en-US" dirty="0"/>
          </a:p>
          <a:p>
            <a:pPr marL="0" indent="0">
              <a:buNone/>
            </a:pPr>
            <a:r>
              <a:rPr lang="en-US" b="1" dirty="0"/>
              <a:t>CREATE</a:t>
            </a:r>
            <a:r>
              <a:rPr lang="en-US" dirty="0"/>
              <a:t> </a:t>
            </a:r>
            <a:r>
              <a:rPr lang="en-US" b="1" dirty="0"/>
              <a:t>TABLE</a:t>
            </a:r>
            <a:r>
              <a:rPr lang="en-US" dirty="0"/>
              <a:t> </a:t>
            </a:r>
            <a:r>
              <a:rPr lang="en-US" dirty="0" err="1"/>
              <a:t>employee_batch</a:t>
            </a:r>
            <a:r>
              <a:rPr lang="en-US" dirty="0"/>
              <a:t> (</a:t>
            </a:r>
          </a:p>
          <a:p>
            <a:pPr marL="0" indent="0">
              <a:buNone/>
            </a:pPr>
            <a:r>
              <a:rPr lang="en-US" dirty="0" err="1"/>
              <a:t>employee_id</a:t>
            </a:r>
            <a:r>
              <a:rPr lang="en-US" dirty="0"/>
              <a:t> </a:t>
            </a:r>
            <a:r>
              <a:rPr lang="en-US" b="1" dirty="0"/>
              <a:t>INT</a:t>
            </a:r>
            <a:r>
              <a:rPr lang="en-US" dirty="0"/>
              <a:t> </a:t>
            </a:r>
            <a:r>
              <a:rPr lang="en-US" b="1" dirty="0"/>
              <a:t>GENERATED</a:t>
            </a:r>
            <a:r>
              <a:rPr lang="en-US" dirty="0"/>
              <a:t> </a:t>
            </a:r>
            <a:r>
              <a:rPr lang="en-US" b="1" dirty="0"/>
              <a:t>ALWAYS</a:t>
            </a:r>
            <a:r>
              <a:rPr lang="en-US" dirty="0"/>
              <a:t> </a:t>
            </a:r>
            <a:r>
              <a:rPr lang="en-US" b="1" dirty="0"/>
              <a:t>AS</a:t>
            </a:r>
            <a:r>
              <a:rPr lang="en-US" dirty="0"/>
              <a:t> </a:t>
            </a:r>
            <a:r>
              <a:rPr lang="en-US" b="1" dirty="0"/>
              <a:t>IDENTITY</a:t>
            </a:r>
            <a:r>
              <a:rPr lang="en-US" dirty="0"/>
              <a:t> </a:t>
            </a:r>
            <a:r>
              <a:rPr lang="en-US" b="1" dirty="0"/>
              <a:t>PRIMARY</a:t>
            </a:r>
            <a:r>
              <a:rPr lang="en-US" dirty="0"/>
              <a:t> </a:t>
            </a:r>
            <a:r>
              <a:rPr lang="en-US" b="1" dirty="0"/>
              <a:t>KEY</a:t>
            </a:r>
            <a:r>
              <a:rPr lang="en-US" dirty="0"/>
              <a:t>,</a:t>
            </a:r>
          </a:p>
          <a:p>
            <a:pPr marL="0" indent="0">
              <a:buNone/>
            </a:pPr>
            <a:r>
              <a:rPr lang="en-US" dirty="0" err="1"/>
              <a:t>first_name</a:t>
            </a:r>
            <a:r>
              <a:rPr lang="en-US" dirty="0"/>
              <a:t> </a:t>
            </a:r>
            <a:r>
              <a:rPr lang="en-US" b="1" dirty="0"/>
              <a:t>VARCHAR</a:t>
            </a:r>
            <a:r>
              <a:rPr lang="en-US" dirty="0"/>
              <a:t>(100),</a:t>
            </a:r>
          </a:p>
          <a:p>
            <a:pPr marL="0" indent="0">
              <a:buNone/>
            </a:pPr>
            <a:r>
              <a:rPr lang="en-US" dirty="0" err="1"/>
              <a:t>last_name</a:t>
            </a:r>
            <a:r>
              <a:rPr lang="en-US" dirty="0"/>
              <a:t> </a:t>
            </a:r>
            <a:r>
              <a:rPr lang="en-US" b="1" dirty="0"/>
              <a:t>VARCHAR</a:t>
            </a:r>
            <a:r>
              <a:rPr lang="en-US" dirty="0"/>
              <a:t>(100),</a:t>
            </a:r>
          </a:p>
          <a:p>
            <a:pPr marL="0" indent="0">
              <a:buNone/>
            </a:pPr>
            <a:r>
              <a:rPr lang="en-US" dirty="0" err="1"/>
              <a:t>department_id</a:t>
            </a:r>
            <a:r>
              <a:rPr lang="en-US" dirty="0"/>
              <a:t> </a:t>
            </a:r>
            <a:r>
              <a:rPr lang="en-US" b="1" dirty="0"/>
              <a:t>INT</a:t>
            </a:r>
            <a:endParaRPr lang="en-US" dirty="0"/>
          </a:p>
          <a:p>
            <a:pPr marL="0" indent="0">
              <a:buNone/>
            </a:pPr>
            <a:br>
              <a:rPr lang="en-US" dirty="0"/>
            </a:br>
            <a:endParaRPr lang="en-US" dirty="0"/>
          </a:p>
          <a:p>
            <a:pPr marL="0" indent="0">
              <a:buNone/>
            </a:pPr>
            <a:r>
              <a:rPr lang="en-US" dirty="0"/>
              <a:t>)</a:t>
            </a:r>
          </a:p>
          <a:p>
            <a:pPr marL="0" indent="0">
              <a:buNone/>
            </a:pPr>
            <a:r>
              <a:rPr lang="en-US" b="1" dirty="0"/>
              <a:t>alter</a:t>
            </a:r>
            <a:r>
              <a:rPr lang="en-US" dirty="0"/>
              <a:t> </a:t>
            </a:r>
            <a:r>
              <a:rPr lang="en-US" b="1" dirty="0"/>
              <a:t>table</a:t>
            </a:r>
            <a:r>
              <a:rPr lang="en-US" dirty="0"/>
              <a:t> </a:t>
            </a:r>
            <a:r>
              <a:rPr lang="en-US" dirty="0" err="1"/>
              <a:t>employee_batch</a:t>
            </a:r>
            <a:endParaRPr lang="en-US" dirty="0"/>
          </a:p>
          <a:p>
            <a:pPr marL="0" indent="0">
              <a:buNone/>
            </a:pPr>
            <a:r>
              <a:rPr lang="en-US" b="1" dirty="0"/>
              <a:t>add</a:t>
            </a:r>
            <a:r>
              <a:rPr lang="en-US" dirty="0"/>
              <a:t> </a:t>
            </a:r>
            <a:r>
              <a:rPr lang="en-US" b="1" dirty="0"/>
              <a:t>constraint</a:t>
            </a:r>
            <a:r>
              <a:rPr lang="en-US" dirty="0"/>
              <a:t> TEST_FK </a:t>
            </a:r>
            <a:r>
              <a:rPr lang="en-US" b="1" dirty="0"/>
              <a:t>FOREIGN</a:t>
            </a:r>
            <a:r>
              <a:rPr lang="en-US" dirty="0"/>
              <a:t> </a:t>
            </a:r>
            <a:r>
              <a:rPr lang="en-US" b="1" dirty="0"/>
              <a:t>KEY</a:t>
            </a:r>
            <a:r>
              <a:rPr lang="en-US" dirty="0"/>
              <a:t> (</a:t>
            </a:r>
            <a:r>
              <a:rPr lang="en-US" dirty="0" err="1"/>
              <a:t>department_id</a:t>
            </a:r>
            <a:r>
              <a:rPr lang="en-US" dirty="0"/>
              <a:t>)</a:t>
            </a:r>
          </a:p>
          <a:p>
            <a:pPr marL="0" indent="0">
              <a:buNone/>
            </a:pPr>
            <a:r>
              <a:rPr lang="en-US" b="1" dirty="0"/>
              <a:t>REFERENCES</a:t>
            </a:r>
            <a:r>
              <a:rPr lang="en-US" dirty="0"/>
              <a:t> department_batch06 (</a:t>
            </a:r>
            <a:r>
              <a:rPr lang="en-US" dirty="0" err="1"/>
              <a:t>department_id</a:t>
            </a:r>
            <a:r>
              <a:rPr lang="en-US" dirty="0"/>
              <a:t>)</a:t>
            </a:r>
          </a:p>
          <a:p>
            <a:pPr marL="0" indent="0">
              <a:buNone/>
            </a:pPr>
            <a:r>
              <a:rPr lang="en-US" b="1" dirty="0"/>
              <a:t>select</a:t>
            </a:r>
            <a:r>
              <a:rPr lang="en-US" dirty="0"/>
              <a:t> * </a:t>
            </a:r>
            <a:r>
              <a:rPr lang="en-US" b="1" dirty="0"/>
              <a:t>from</a:t>
            </a:r>
            <a:r>
              <a:rPr lang="en-US" dirty="0"/>
              <a:t> </a:t>
            </a:r>
            <a:r>
              <a:rPr lang="en-US" dirty="0" err="1"/>
              <a:t>employee_batch</a:t>
            </a:r>
            <a:endParaRPr lang="en-US" dirty="0"/>
          </a:p>
          <a:p>
            <a:endParaRPr lang="en-US" dirty="0"/>
          </a:p>
        </p:txBody>
      </p:sp>
    </p:spTree>
    <p:extLst>
      <p:ext uri="{BB962C8B-B14F-4D97-AF65-F5344CB8AC3E}">
        <p14:creationId xmlns:p14="http://schemas.microsoft.com/office/powerpoint/2010/main" val="573160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6560B-C731-9B19-C7C3-E2BA81AC2029}"/>
              </a:ext>
            </a:extLst>
          </p:cNvPr>
          <p:cNvSpPr>
            <a:spLocks noGrp="1"/>
          </p:cNvSpPr>
          <p:nvPr>
            <p:ph type="title"/>
          </p:nvPr>
        </p:nvSpPr>
        <p:spPr>
          <a:xfrm>
            <a:off x="182880" y="1"/>
            <a:ext cx="10515600" cy="891540"/>
          </a:xfrm>
        </p:spPr>
        <p:txBody>
          <a:bodyPr/>
          <a:lstStyle/>
          <a:p>
            <a:r>
              <a:rPr lang="en-US" dirty="0"/>
              <a:t>DATES</a:t>
            </a:r>
          </a:p>
        </p:txBody>
      </p:sp>
      <p:sp>
        <p:nvSpPr>
          <p:cNvPr id="3" name="Content Placeholder 2">
            <a:extLst>
              <a:ext uri="{FF2B5EF4-FFF2-40B4-BE49-F238E27FC236}">
                <a16:creationId xmlns:a16="http://schemas.microsoft.com/office/drawing/2014/main" id="{5CC62C1C-B910-3D87-9ABE-9DE5B111ACA9}"/>
              </a:ext>
            </a:extLst>
          </p:cNvPr>
          <p:cNvSpPr>
            <a:spLocks noGrp="1"/>
          </p:cNvSpPr>
          <p:nvPr>
            <p:ph idx="1"/>
          </p:nvPr>
        </p:nvSpPr>
        <p:spPr>
          <a:xfrm>
            <a:off x="182880" y="1025525"/>
            <a:ext cx="10515600" cy="2228215"/>
          </a:xfrm>
        </p:spPr>
        <p:txBody>
          <a:bodyPr/>
          <a:lstStyle/>
          <a:p>
            <a:r>
              <a:rPr lang="en-US" dirty="0"/>
              <a:t>SELECT CURRENT_DATE;       -- only date</a:t>
            </a:r>
          </a:p>
          <a:p>
            <a:r>
              <a:rPr lang="en-US" dirty="0"/>
              <a:t>SELECT CURRENT_TIME;       -- only time</a:t>
            </a:r>
          </a:p>
          <a:p>
            <a:r>
              <a:rPr lang="en-US" dirty="0"/>
              <a:t>SELECT CURRENT_TIMESTAMP;  -- date + time</a:t>
            </a:r>
          </a:p>
          <a:p>
            <a:r>
              <a:rPr lang="en-US" dirty="0"/>
              <a:t>SELECT NOW();              -- equivalent to CURRENT_TIMESTAMP</a:t>
            </a:r>
          </a:p>
        </p:txBody>
      </p:sp>
      <p:sp>
        <p:nvSpPr>
          <p:cNvPr id="5" name="TextBox 4">
            <a:extLst>
              <a:ext uri="{FF2B5EF4-FFF2-40B4-BE49-F238E27FC236}">
                <a16:creationId xmlns:a16="http://schemas.microsoft.com/office/drawing/2014/main" id="{539938F0-6AAC-DD32-1AA1-ECDE9DC3077F}"/>
              </a:ext>
            </a:extLst>
          </p:cNvPr>
          <p:cNvSpPr txBox="1"/>
          <p:nvPr/>
        </p:nvSpPr>
        <p:spPr>
          <a:xfrm>
            <a:off x="807720" y="3524151"/>
            <a:ext cx="9349740" cy="2308324"/>
          </a:xfrm>
          <a:prstGeom prst="rect">
            <a:avLst/>
          </a:prstGeom>
          <a:noFill/>
        </p:spPr>
        <p:txBody>
          <a:bodyPr wrap="square">
            <a:spAutoFit/>
          </a:bodyPr>
          <a:lstStyle/>
          <a:p>
            <a:r>
              <a:rPr lang="en-US" dirty="0"/>
              <a:t>SELECT EXTRACT(YEAR FROM </a:t>
            </a:r>
            <a:r>
              <a:rPr lang="en-US" dirty="0" err="1"/>
              <a:t>hire_date</a:t>
            </a:r>
            <a:r>
              <a:rPr lang="en-US" dirty="0"/>
              <a:t>) AS </a:t>
            </a:r>
            <a:r>
              <a:rPr lang="en-US" dirty="0" err="1"/>
              <a:t>hire_year</a:t>
            </a:r>
            <a:r>
              <a:rPr lang="en-US" dirty="0"/>
              <a:t>,</a:t>
            </a:r>
          </a:p>
          <a:p>
            <a:r>
              <a:rPr lang="en-US" dirty="0"/>
              <a:t>       EXTRACT(MONTH FROM </a:t>
            </a:r>
            <a:r>
              <a:rPr lang="en-US" dirty="0" err="1"/>
              <a:t>hire_date</a:t>
            </a:r>
            <a:r>
              <a:rPr lang="en-US" dirty="0"/>
              <a:t>) AS </a:t>
            </a:r>
            <a:r>
              <a:rPr lang="en-US" dirty="0" err="1"/>
              <a:t>hire_month</a:t>
            </a:r>
            <a:r>
              <a:rPr lang="en-US" dirty="0"/>
              <a:t>,</a:t>
            </a:r>
          </a:p>
          <a:p>
            <a:r>
              <a:rPr lang="en-US" dirty="0"/>
              <a:t>       EXTRACT(DAY FROM </a:t>
            </a:r>
            <a:r>
              <a:rPr lang="en-US" dirty="0" err="1"/>
              <a:t>hire_date</a:t>
            </a:r>
            <a:r>
              <a:rPr lang="en-US" dirty="0"/>
              <a:t>) AS </a:t>
            </a:r>
            <a:r>
              <a:rPr lang="en-US" dirty="0" err="1"/>
              <a:t>hire_day</a:t>
            </a:r>
            <a:endParaRPr lang="en-US" dirty="0"/>
          </a:p>
          <a:p>
            <a:r>
              <a:rPr lang="en-US" dirty="0"/>
              <a:t>FROM employee;</a:t>
            </a:r>
          </a:p>
          <a:p>
            <a:endParaRPr lang="en-US" dirty="0"/>
          </a:p>
          <a:p>
            <a:r>
              <a:rPr lang="en-US" dirty="0"/>
              <a:t>-- Alternative in PostgreSQL</a:t>
            </a:r>
          </a:p>
          <a:p>
            <a:r>
              <a:rPr lang="en-US" dirty="0"/>
              <a:t>SELECT DATE_PART('year', </a:t>
            </a:r>
            <a:r>
              <a:rPr lang="en-US" dirty="0" err="1"/>
              <a:t>hire_date</a:t>
            </a:r>
            <a:r>
              <a:rPr lang="en-US" dirty="0"/>
              <a:t>) AS </a:t>
            </a:r>
            <a:r>
              <a:rPr lang="en-US" dirty="0" err="1"/>
              <a:t>hire_year</a:t>
            </a:r>
            <a:endParaRPr lang="en-US" dirty="0"/>
          </a:p>
          <a:p>
            <a:r>
              <a:rPr lang="en-US" dirty="0"/>
              <a:t>FROM employee;</a:t>
            </a:r>
          </a:p>
        </p:txBody>
      </p:sp>
    </p:spTree>
    <p:extLst>
      <p:ext uri="{BB962C8B-B14F-4D97-AF65-F5344CB8AC3E}">
        <p14:creationId xmlns:p14="http://schemas.microsoft.com/office/powerpoint/2010/main" val="458814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5381B-9912-A075-7053-C80A9418DD36}"/>
              </a:ext>
            </a:extLst>
          </p:cNvPr>
          <p:cNvSpPr>
            <a:spLocks noGrp="1"/>
          </p:cNvSpPr>
          <p:nvPr>
            <p:ph type="title"/>
          </p:nvPr>
        </p:nvSpPr>
        <p:spPr/>
        <p:txBody>
          <a:bodyPr/>
          <a:lstStyle/>
          <a:p>
            <a:r>
              <a:rPr lang="en-US" dirty="0"/>
              <a:t>Filtering by Date</a:t>
            </a:r>
          </a:p>
        </p:txBody>
      </p:sp>
      <p:sp>
        <p:nvSpPr>
          <p:cNvPr id="3" name="Content Placeholder 2">
            <a:extLst>
              <a:ext uri="{FF2B5EF4-FFF2-40B4-BE49-F238E27FC236}">
                <a16:creationId xmlns:a16="http://schemas.microsoft.com/office/drawing/2014/main" id="{A73625E2-B0F1-5675-7B4B-8EB20C086435}"/>
              </a:ext>
            </a:extLst>
          </p:cNvPr>
          <p:cNvSpPr>
            <a:spLocks noGrp="1"/>
          </p:cNvSpPr>
          <p:nvPr>
            <p:ph idx="1"/>
          </p:nvPr>
        </p:nvSpPr>
        <p:spPr/>
        <p:txBody>
          <a:bodyPr>
            <a:normAutofit/>
          </a:bodyPr>
          <a:lstStyle/>
          <a:p>
            <a:r>
              <a:rPr lang="en-US" dirty="0"/>
              <a:t>-- Employees hired this year</a:t>
            </a:r>
          </a:p>
          <a:p>
            <a:r>
              <a:rPr lang="en-US" dirty="0"/>
              <a:t>SELECT * </a:t>
            </a:r>
          </a:p>
          <a:p>
            <a:r>
              <a:rPr lang="en-US" dirty="0"/>
              <a:t>FROM employee</a:t>
            </a:r>
          </a:p>
          <a:p>
            <a:r>
              <a:rPr lang="en-US" dirty="0"/>
              <a:t>WHERE EXTRACT(YEAR FROM </a:t>
            </a:r>
            <a:r>
              <a:rPr lang="en-US" dirty="0" err="1"/>
              <a:t>hire_date</a:t>
            </a:r>
            <a:r>
              <a:rPr lang="en-US" dirty="0"/>
              <a:t>) = EXTRACT(YEAR FROM CURRENT_DATE);</a:t>
            </a:r>
          </a:p>
          <a:p>
            <a:endParaRPr lang="en-US" dirty="0"/>
          </a:p>
        </p:txBody>
      </p:sp>
    </p:spTree>
    <p:extLst>
      <p:ext uri="{BB962C8B-B14F-4D97-AF65-F5344CB8AC3E}">
        <p14:creationId xmlns:p14="http://schemas.microsoft.com/office/powerpoint/2010/main" val="3624209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285E9-FB00-1E34-431B-C959B746C758}"/>
              </a:ext>
            </a:extLst>
          </p:cNvPr>
          <p:cNvSpPr>
            <a:spLocks noGrp="1"/>
          </p:cNvSpPr>
          <p:nvPr>
            <p:ph type="title"/>
          </p:nvPr>
        </p:nvSpPr>
        <p:spPr/>
        <p:txBody>
          <a:bodyPr/>
          <a:lstStyle/>
          <a:p>
            <a:r>
              <a:rPr lang="en-US" dirty="0"/>
              <a:t>Using Intervals for Queries</a:t>
            </a:r>
          </a:p>
        </p:txBody>
      </p:sp>
      <p:sp>
        <p:nvSpPr>
          <p:cNvPr id="3" name="Content Placeholder 2">
            <a:extLst>
              <a:ext uri="{FF2B5EF4-FFF2-40B4-BE49-F238E27FC236}">
                <a16:creationId xmlns:a16="http://schemas.microsoft.com/office/drawing/2014/main" id="{FE238701-7F4B-F4F0-2A1E-6261B30F3751}"/>
              </a:ext>
            </a:extLst>
          </p:cNvPr>
          <p:cNvSpPr>
            <a:spLocks noGrp="1"/>
          </p:cNvSpPr>
          <p:nvPr>
            <p:ph idx="1"/>
          </p:nvPr>
        </p:nvSpPr>
        <p:spPr/>
        <p:txBody>
          <a:bodyPr/>
          <a:lstStyle/>
          <a:p>
            <a:r>
              <a:rPr lang="en-US" dirty="0"/>
              <a:t>-- Employees hired in last 30 days</a:t>
            </a:r>
          </a:p>
          <a:p>
            <a:r>
              <a:rPr lang="en-US" dirty="0"/>
              <a:t>SELECT *</a:t>
            </a:r>
          </a:p>
          <a:p>
            <a:r>
              <a:rPr lang="en-US" dirty="0"/>
              <a:t>FROM employee</a:t>
            </a:r>
          </a:p>
          <a:p>
            <a:r>
              <a:rPr lang="en-US" dirty="0"/>
              <a:t>WHERE </a:t>
            </a:r>
            <a:r>
              <a:rPr lang="en-US" dirty="0" err="1"/>
              <a:t>hire_date</a:t>
            </a:r>
            <a:r>
              <a:rPr lang="en-US" dirty="0"/>
              <a:t> &gt;= CURRENT_DATE - INTERVAL '30 days';</a:t>
            </a:r>
          </a:p>
        </p:txBody>
      </p:sp>
    </p:spTree>
    <p:extLst>
      <p:ext uri="{BB962C8B-B14F-4D97-AF65-F5344CB8AC3E}">
        <p14:creationId xmlns:p14="http://schemas.microsoft.com/office/powerpoint/2010/main" val="3355953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1D818A1-1B34-7825-582E-63E0162EA0AC}"/>
              </a:ext>
            </a:extLst>
          </p:cNvPr>
          <p:cNvPicPr>
            <a:picLocks noChangeAspect="1"/>
          </p:cNvPicPr>
          <p:nvPr/>
        </p:nvPicPr>
        <p:blipFill>
          <a:blip r:embed="rId2"/>
          <a:stretch>
            <a:fillRect/>
          </a:stretch>
        </p:blipFill>
        <p:spPr>
          <a:xfrm>
            <a:off x="56307" y="9047"/>
            <a:ext cx="12079386" cy="6839905"/>
          </a:xfrm>
          <a:prstGeom prst="rect">
            <a:avLst/>
          </a:prstGeom>
        </p:spPr>
      </p:pic>
    </p:spTree>
    <p:extLst>
      <p:ext uri="{BB962C8B-B14F-4D97-AF65-F5344CB8AC3E}">
        <p14:creationId xmlns:p14="http://schemas.microsoft.com/office/powerpoint/2010/main" val="40317882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A7BDB75-9B0E-E626-6165-01076EAAA7EC}"/>
              </a:ext>
            </a:extLst>
          </p:cNvPr>
          <p:cNvPicPr>
            <a:picLocks noGrp="1" noChangeAspect="1"/>
          </p:cNvPicPr>
          <p:nvPr>
            <p:ph idx="1"/>
          </p:nvPr>
        </p:nvPicPr>
        <p:blipFill>
          <a:blip r:embed="rId2"/>
          <a:stretch>
            <a:fillRect/>
          </a:stretch>
        </p:blipFill>
        <p:spPr>
          <a:xfrm>
            <a:off x="0" y="0"/>
            <a:ext cx="12192000" cy="6931742"/>
          </a:xfrm>
        </p:spPr>
      </p:pic>
    </p:spTree>
    <p:extLst>
      <p:ext uri="{BB962C8B-B14F-4D97-AF65-F5344CB8AC3E}">
        <p14:creationId xmlns:p14="http://schemas.microsoft.com/office/powerpoint/2010/main" val="2652132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97F9D-8E3A-030E-8D7C-F24344A607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1024E5-F40A-2B50-908E-01CEFD10B1C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471724D-0E57-4BA5-3322-7FE147C3ADE7}"/>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353137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E581BF-9916-C3D0-7391-06D6C514B9B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7151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F6B8EA-C779-478D-0A41-6058371F5D64}"/>
              </a:ext>
            </a:extLst>
          </p:cNvPr>
          <p:cNvPicPr>
            <a:picLocks noChangeAspect="1"/>
          </p:cNvPicPr>
          <p:nvPr/>
        </p:nvPicPr>
        <p:blipFill>
          <a:blip r:embed="rId2"/>
          <a:stretch>
            <a:fillRect/>
          </a:stretch>
        </p:blipFill>
        <p:spPr>
          <a:xfrm>
            <a:off x="0" y="0"/>
            <a:ext cx="8383170" cy="2896004"/>
          </a:xfrm>
          <a:prstGeom prst="rect">
            <a:avLst/>
          </a:prstGeom>
        </p:spPr>
      </p:pic>
      <p:pic>
        <p:nvPicPr>
          <p:cNvPr id="7" name="Picture 6">
            <a:extLst>
              <a:ext uri="{FF2B5EF4-FFF2-40B4-BE49-F238E27FC236}">
                <a16:creationId xmlns:a16="http://schemas.microsoft.com/office/drawing/2014/main" id="{FE6714DA-8135-FB72-31B8-2DF958F4A564}"/>
              </a:ext>
            </a:extLst>
          </p:cNvPr>
          <p:cNvPicPr>
            <a:picLocks noChangeAspect="1"/>
          </p:cNvPicPr>
          <p:nvPr/>
        </p:nvPicPr>
        <p:blipFill>
          <a:blip r:embed="rId3"/>
          <a:stretch>
            <a:fillRect/>
          </a:stretch>
        </p:blipFill>
        <p:spPr>
          <a:xfrm>
            <a:off x="142260" y="3146323"/>
            <a:ext cx="11002911" cy="3500284"/>
          </a:xfrm>
          <a:prstGeom prst="rect">
            <a:avLst/>
          </a:prstGeom>
        </p:spPr>
      </p:pic>
    </p:spTree>
    <p:extLst>
      <p:ext uri="{BB962C8B-B14F-4D97-AF65-F5344CB8AC3E}">
        <p14:creationId xmlns:p14="http://schemas.microsoft.com/office/powerpoint/2010/main" val="192370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020691-3364-A7CF-1FD2-5464C39376B0}"/>
              </a:ext>
            </a:extLst>
          </p:cNvPr>
          <p:cNvPicPr>
            <a:picLocks noChangeAspect="1"/>
          </p:cNvPicPr>
          <p:nvPr/>
        </p:nvPicPr>
        <p:blipFill>
          <a:blip r:embed="rId2"/>
          <a:stretch>
            <a:fillRect/>
          </a:stretch>
        </p:blipFill>
        <p:spPr>
          <a:xfrm>
            <a:off x="0" y="0"/>
            <a:ext cx="12192000" cy="6494585"/>
          </a:xfrm>
          <a:prstGeom prst="rect">
            <a:avLst/>
          </a:prstGeom>
        </p:spPr>
      </p:pic>
    </p:spTree>
    <p:extLst>
      <p:ext uri="{BB962C8B-B14F-4D97-AF65-F5344CB8AC3E}">
        <p14:creationId xmlns:p14="http://schemas.microsoft.com/office/powerpoint/2010/main" val="1738873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F353B5-D8B0-2948-52D2-56A8CBFB57FA}"/>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171909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92453D-3C02-FC43-AA30-750D6E74F49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173591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4CC4AB4-11F0-2AD1-86D8-A3A5C22D31D3}"/>
              </a:ext>
            </a:extLst>
          </p:cNvPr>
          <p:cNvPicPr>
            <a:picLocks noChangeAspect="1"/>
          </p:cNvPicPr>
          <p:nvPr/>
        </p:nvPicPr>
        <p:blipFill>
          <a:blip r:embed="rId2"/>
          <a:stretch>
            <a:fillRect/>
          </a:stretch>
        </p:blipFill>
        <p:spPr>
          <a:xfrm>
            <a:off x="1275622" y="899755"/>
            <a:ext cx="3820058" cy="2915057"/>
          </a:xfrm>
          <a:prstGeom prst="rect">
            <a:avLst/>
          </a:prstGeom>
        </p:spPr>
      </p:pic>
    </p:spTree>
    <p:extLst>
      <p:ext uri="{BB962C8B-B14F-4D97-AF65-F5344CB8AC3E}">
        <p14:creationId xmlns:p14="http://schemas.microsoft.com/office/powerpoint/2010/main" val="13105333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FF0AF3-6B86-2413-B3F8-2B8AEDD53E17}"/>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733649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83A0CC4-430B-02FA-2993-CE9107B69F03}"/>
              </a:ext>
            </a:extLst>
          </p:cNvPr>
          <p:cNvPicPr>
            <a:picLocks noChangeAspect="1"/>
          </p:cNvPicPr>
          <p:nvPr/>
        </p:nvPicPr>
        <p:blipFill>
          <a:blip r:embed="rId2"/>
          <a:stretch>
            <a:fillRect/>
          </a:stretch>
        </p:blipFill>
        <p:spPr>
          <a:xfrm>
            <a:off x="19050" y="0"/>
            <a:ext cx="12153900" cy="6858000"/>
          </a:xfrm>
          <a:prstGeom prst="rect">
            <a:avLst/>
          </a:prstGeom>
        </p:spPr>
      </p:pic>
    </p:spTree>
    <p:extLst>
      <p:ext uri="{BB962C8B-B14F-4D97-AF65-F5344CB8AC3E}">
        <p14:creationId xmlns:p14="http://schemas.microsoft.com/office/powerpoint/2010/main" val="6907163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EFF78-CEEA-A994-DDC2-54EB55E17D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A6B845-CAC1-9D49-2EA9-8AB9FD7CAB7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F16C089-19D4-E1B7-96E6-E3BEB1F5D718}"/>
              </a:ext>
            </a:extLst>
          </p:cNvPr>
          <p:cNvPicPr>
            <a:picLocks noChangeAspect="1"/>
          </p:cNvPicPr>
          <p:nvPr/>
        </p:nvPicPr>
        <p:blipFill>
          <a:blip r:embed="rId2"/>
          <a:stretch>
            <a:fillRect/>
          </a:stretch>
        </p:blipFill>
        <p:spPr>
          <a:xfrm>
            <a:off x="88490" y="0"/>
            <a:ext cx="12103510" cy="6858000"/>
          </a:xfrm>
          <a:prstGeom prst="rect">
            <a:avLst/>
          </a:prstGeom>
        </p:spPr>
      </p:pic>
    </p:spTree>
    <p:extLst>
      <p:ext uri="{BB962C8B-B14F-4D97-AF65-F5344CB8AC3E}">
        <p14:creationId xmlns:p14="http://schemas.microsoft.com/office/powerpoint/2010/main" val="2295305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853110-C310-1339-F700-EACBAF85143D}"/>
              </a:ext>
            </a:extLst>
          </p:cNvPr>
          <p:cNvPicPr>
            <a:picLocks noChangeAspect="1"/>
          </p:cNvPicPr>
          <p:nvPr/>
        </p:nvPicPr>
        <p:blipFill>
          <a:blip r:embed="rId2"/>
          <a:stretch>
            <a:fillRect/>
          </a:stretch>
        </p:blipFill>
        <p:spPr>
          <a:xfrm>
            <a:off x="0" y="34453"/>
            <a:ext cx="12192000" cy="6789094"/>
          </a:xfrm>
          <a:prstGeom prst="rect">
            <a:avLst/>
          </a:prstGeom>
        </p:spPr>
      </p:pic>
    </p:spTree>
    <p:extLst>
      <p:ext uri="{BB962C8B-B14F-4D97-AF65-F5344CB8AC3E}">
        <p14:creationId xmlns:p14="http://schemas.microsoft.com/office/powerpoint/2010/main" val="20651006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3A3099-7856-6502-48E0-71DB62CE0F5B}"/>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769806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95FED-3B99-E3BB-A238-763961C0D2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51941E-BAA4-5CD0-55C0-385BDE6005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5FE56FD-8C7F-F441-8228-B0DE29C651AB}"/>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17645556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8AE8F-D0B2-5C4D-6B6A-A89981E43B4B}"/>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52E80DA9-7562-1145-432F-740701D2202E}"/>
              </a:ext>
            </a:extLst>
          </p:cNvPr>
          <p:cNvPicPr>
            <a:picLocks noGrp="1" noChangeAspect="1"/>
          </p:cNvPicPr>
          <p:nvPr>
            <p:ph idx="1"/>
          </p:nvPr>
        </p:nvPicPr>
        <p:blipFill>
          <a:blip r:embed="rId2"/>
          <a:stretch>
            <a:fillRect/>
          </a:stretch>
        </p:blipFill>
        <p:spPr>
          <a:xfrm>
            <a:off x="0" y="0"/>
            <a:ext cx="12192000" cy="6858000"/>
          </a:xfrm>
        </p:spPr>
      </p:pic>
    </p:spTree>
    <p:extLst>
      <p:ext uri="{BB962C8B-B14F-4D97-AF65-F5344CB8AC3E}">
        <p14:creationId xmlns:p14="http://schemas.microsoft.com/office/powerpoint/2010/main" val="18055265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BB47C0-3E2D-F829-96D3-556E567F49B6}"/>
              </a:ext>
            </a:extLst>
          </p:cNvPr>
          <p:cNvPicPr>
            <a:picLocks noChangeAspect="1"/>
          </p:cNvPicPr>
          <p:nvPr/>
        </p:nvPicPr>
        <p:blipFill>
          <a:blip r:embed="rId2"/>
          <a:stretch>
            <a:fillRect/>
          </a:stretch>
        </p:blipFill>
        <p:spPr>
          <a:xfrm>
            <a:off x="127819" y="666802"/>
            <a:ext cx="12192000" cy="5524396"/>
          </a:xfrm>
          <a:prstGeom prst="rect">
            <a:avLst/>
          </a:prstGeom>
        </p:spPr>
      </p:pic>
    </p:spTree>
    <p:extLst>
      <p:ext uri="{BB962C8B-B14F-4D97-AF65-F5344CB8AC3E}">
        <p14:creationId xmlns:p14="http://schemas.microsoft.com/office/powerpoint/2010/main" val="33905013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3085AE-91F5-741A-025A-99019640EEBE}"/>
              </a:ext>
            </a:extLst>
          </p:cNvPr>
          <p:cNvPicPr>
            <a:picLocks noChangeAspect="1"/>
          </p:cNvPicPr>
          <p:nvPr/>
        </p:nvPicPr>
        <p:blipFill>
          <a:blip r:embed="rId2"/>
          <a:stretch>
            <a:fillRect/>
          </a:stretch>
        </p:blipFill>
        <p:spPr>
          <a:xfrm>
            <a:off x="394492" y="318653"/>
            <a:ext cx="11403016" cy="6220693"/>
          </a:xfrm>
          <a:prstGeom prst="rect">
            <a:avLst/>
          </a:prstGeom>
        </p:spPr>
      </p:pic>
    </p:spTree>
    <p:extLst>
      <p:ext uri="{BB962C8B-B14F-4D97-AF65-F5344CB8AC3E}">
        <p14:creationId xmlns:p14="http://schemas.microsoft.com/office/powerpoint/2010/main" val="29197018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5EC99F-5B45-88EE-8791-CD3A88C965C0}"/>
              </a:ext>
            </a:extLst>
          </p:cNvPr>
          <p:cNvPicPr>
            <a:picLocks noGrp="1" noChangeAspect="1"/>
          </p:cNvPicPr>
          <p:nvPr>
            <p:ph idx="1"/>
          </p:nvPr>
        </p:nvPicPr>
        <p:blipFill>
          <a:blip r:embed="rId2"/>
          <a:stretch>
            <a:fillRect/>
          </a:stretch>
        </p:blipFill>
        <p:spPr>
          <a:xfrm>
            <a:off x="0" y="0"/>
            <a:ext cx="12192000" cy="6858000"/>
          </a:xfrm>
        </p:spPr>
      </p:pic>
    </p:spTree>
    <p:extLst>
      <p:ext uri="{BB962C8B-B14F-4D97-AF65-F5344CB8AC3E}">
        <p14:creationId xmlns:p14="http://schemas.microsoft.com/office/powerpoint/2010/main" val="7012336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C3606-F17D-2C04-DF83-574FB7FB44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1E4C1E-AF52-B113-59AC-0A94451E9AF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F7E14CD-6F95-21F0-2740-1D40C04E0D0F}"/>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7494649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E0539-50DA-0D6B-13E6-F6C56B04ED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1C9EE7-14DE-A231-8CC5-8C5D0F5594F1}"/>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5A5009F-0056-929B-70C7-93A195ECD761}"/>
              </a:ext>
            </a:extLst>
          </p:cNvPr>
          <p:cNvPicPr>
            <a:picLocks noChangeAspect="1"/>
          </p:cNvPicPr>
          <p:nvPr/>
        </p:nvPicPr>
        <p:blipFill>
          <a:blip r:embed="rId2"/>
          <a:stretch>
            <a:fillRect/>
          </a:stretch>
        </p:blipFill>
        <p:spPr>
          <a:xfrm>
            <a:off x="0" y="0"/>
            <a:ext cx="12192000" cy="6740219"/>
          </a:xfrm>
          <a:prstGeom prst="rect">
            <a:avLst/>
          </a:prstGeom>
        </p:spPr>
      </p:pic>
    </p:spTree>
    <p:extLst>
      <p:ext uri="{BB962C8B-B14F-4D97-AF65-F5344CB8AC3E}">
        <p14:creationId xmlns:p14="http://schemas.microsoft.com/office/powerpoint/2010/main" val="3850144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6DEFD3-3C86-50CA-DDCA-9F404B7D9339}"/>
              </a:ext>
            </a:extLst>
          </p:cNvPr>
          <p:cNvPicPr>
            <a:picLocks noChangeAspect="1"/>
          </p:cNvPicPr>
          <p:nvPr/>
        </p:nvPicPr>
        <p:blipFill>
          <a:blip r:embed="rId2"/>
          <a:stretch>
            <a:fillRect/>
          </a:stretch>
        </p:blipFill>
        <p:spPr>
          <a:xfrm>
            <a:off x="46781" y="28100"/>
            <a:ext cx="12098438" cy="6801799"/>
          </a:xfrm>
          <a:prstGeom prst="rect">
            <a:avLst/>
          </a:prstGeom>
        </p:spPr>
      </p:pic>
    </p:spTree>
    <p:extLst>
      <p:ext uri="{BB962C8B-B14F-4D97-AF65-F5344CB8AC3E}">
        <p14:creationId xmlns:p14="http://schemas.microsoft.com/office/powerpoint/2010/main" val="3731333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A799D-9DF1-098E-3E69-B98480D743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9F8D07-1AAE-B5BB-4EC5-BF34EA87D25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B304C7E-F0B2-D899-23A8-1401EB4251EC}"/>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19824134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B9CAD0-895A-E974-6504-E0F8DADCD89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729830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36B586-5204-871B-6962-E922B0E1167F}"/>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41638946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6AAD1-4C16-158D-EEC4-1EB7D87AF2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FBD8727-90A5-A736-31D9-D75620E23A4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C5AB917-F3AE-CC8E-F09E-3C87EE6BCA41}"/>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684267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487802-FD4A-22E4-C1AE-A69CEE152844}"/>
              </a:ext>
            </a:extLst>
          </p:cNvPr>
          <p:cNvPicPr>
            <a:picLocks noChangeAspect="1"/>
          </p:cNvPicPr>
          <p:nvPr/>
        </p:nvPicPr>
        <p:blipFill>
          <a:blip r:embed="rId2"/>
          <a:stretch>
            <a:fillRect/>
          </a:stretch>
        </p:blipFill>
        <p:spPr>
          <a:xfrm>
            <a:off x="176981" y="-556795"/>
            <a:ext cx="12192000" cy="6693395"/>
          </a:xfrm>
          <a:prstGeom prst="rect">
            <a:avLst/>
          </a:prstGeom>
        </p:spPr>
      </p:pic>
    </p:spTree>
    <p:extLst>
      <p:ext uri="{BB962C8B-B14F-4D97-AF65-F5344CB8AC3E}">
        <p14:creationId xmlns:p14="http://schemas.microsoft.com/office/powerpoint/2010/main" val="33457091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A074C-5B90-5231-30B6-C2D0DEE2F6E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61CF71-ADE7-0401-EA16-D1287F61F27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EC228AB-FA21-D4E7-3529-288B7571E4A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432050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D2B7A69-3CC8-A666-DC08-E366746A2A39}"/>
              </a:ext>
            </a:extLst>
          </p:cNvPr>
          <p:cNvPicPr>
            <a:picLocks noGrp="1" noChangeAspect="1"/>
          </p:cNvPicPr>
          <p:nvPr>
            <p:ph idx="1"/>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827330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653EB2-1C91-A0C5-3B63-C13B37366E1D}"/>
              </a:ext>
            </a:extLst>
          </p:cNvPr>
          <p:cNvPicPr>
            <a:picLocks noChangeAspect="1"/>
          </p:cNvPicPr>
          <p:nvPr/>
        </p:nvPicPr>
        <p:blipFill>
          <a:blip r:embed="rId2"/>
          <a:stretch>
            <a:fillRect/>
          </a:stretch>
        </p:blipFill>
        <p:spPr>
          <a:xfrm>
            <a:off x="54737" y="0"/>
            <a:ext cx="12082525" cy="6858000"/>
          </a:xfrm>
          <a:prstGeom prst="rect">
            <a:avLst/>
          </a:prstGeom>
        </p:spPr>
      </p:pic>
    </p:spTree>
    <p:extLst>
      <p:ext uri="{BB962C8B-B14F-4D97-AF65-F5344CB8AC3E}">
        <p14:creationId xmlns:p14="http://schemas.microsoft.com/office/powerpoint/2010/main" val="3043450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481A00-2CCC-5165-7A9E-78B63B3C63A0}"/>
              </a:ext>
            </a:extLst>
          </p:cNvPr>
          <p:cNvPicPr>
            <a:picLocks noChangeAspect="1"/>
          </p:cNvPicPr>
          <p:nvPr/>
        </p:nvPicPr>
        <p:blipFill>
          <a:blip r:embed="rId2"/>
          <a:stretch>
            <a:fillRect/>
          </a:stretch>
        </p:blipFill>
        <p:spPr>
          <a:xfrm>
            <a:off x="0" y="1687364"/>
            <a:ext cx="12192000" cy="5254210"/>
          </a:xfrm>
          <a:prstGeom prst="rect">
            <a:avLst/>
          </a:prstGeom>
        </p:spPr>
      </p:pic>
    </p:spTree>
    <p:extLst>
      <p:ext uri="{BB962C8B-B14F-4D97-AF65-F5344CB8AC3E}">
        <p14:creationId xmlns:p14="http://schemas.microsoft.com/office/powerpoint/2010/main" val="12922342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09A132-664A-3B6B-F256-A37E6381FEBC}"/>
              </a:ext>
            </a:extLst>
          </p:cNvPr>
          <p:cNvPicPr>
            <a:picLocks noChangeAspect="1"/>
          </p:cNvPicPr>
          <p:nvPr/>
        </p:nvPicPr>
        <p:blipFill>
          <a:blip r:embed="rId2"/>
          <a:stretch>
            <a:fillRect/>
          </a:stretch>
        </p:blipFill>
        <p:spPr>
          <a:xfrm>
            <a:off x="0" y="1"/>
            <a:ext cx="12192000" cy="6636186"/>
          </a:xfrm>
          <a:prstGeom prst="rect">
            <a:avLst/>
          </a:prstGeom>
        </p:spPr>
      </p:pic>
    </p:spTree>
    <p:extLst>
      <p:ext uri="{BB962C8B-B14F-4D97-AF65-F5344CB8AC3E}">
        <p14:creationId xmlns:p14="http://schemas.microsoft.com/office/powerpoint/2010/main" val="40789842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1C0945B-D919-E626-FADF-32CBBFA07F6D}"/>
              </a:ext>
            </a:extLst>
          </p:cNvPr>
          <p:cNvPicPr>
            <a:picLocks noChangeAspect="1"/>
          </p:cNvPicPr>
          <p:nvPr/>
        </p:nvPicPr>
        <p:blipFill>
          <a:blip r:embed="rId2"/>
          <a:stretch>
            <a:fillRect/>
          </a:stretch>
        </p:blipFill>
        <p:spPr>
          <a:xfrm>
            <a:off x="344130" y="356759"/>
            <a:ext cx="11434326" cy="6144482"/>
          </a:xfrm>
          <a:prstGeom prst="rect">
            <a:avLst/>
          </a:prstGeom>
        </p:spPr>
      </p:pic>
    </p:spTree>
    <p:extLst>
      <p:ext uri="{BB962C8B-B14F-4D97-AF65-F5344CB8AC3E}">
        <p14:creationId xmlns:p14="http://schemas.microsoft.com/office/powerpoint/2010/main" val="11079115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F80D4A-B582-56A9-C254-136EF125ED26}"/>
              </a:ext>
            </a:extLst>
          </p:cNvPr>
          <p:cNvPicPr>
            <a:picLocks noChangeAspect="1"/>
          </p:cNvPicPr>
          <p:nvPr/>
        </p:nvPicPr>
        <p:blipFill>
          <a:blip r:embed="rId2"/>
          <a:stretch>
            <a:fillRect/>
          </a:stretch>
        </p:blipFill>
        <p:spPr>
          <a:xfrm>
            <a:off x="166948" y="69176"/>
            <a:ext cx="5722574" cy="4316011"/>
          </a:xfrm>
          <a:prstGeom prst="rect">
            <a:avLst/>
          </a:prstGeom>
        </p:spPr>
      </p:pic>
      <p:pic>
        <p:nvPicPr>
          <p:cNvPr id="7" name="Picture 6">
            <a:extLst>
              <a:ext uri="{FF2B5EF4-FFF2-40B4-BE49-F238E27FC236}">
                <a16:creationId xmlns:a16="http://schemas.microsoft.com/office/drawing/2014/main" id="{97C732FF-5E6C-6659-70BD-A5B1B77BDE0A}"/>
              </a:ext>
            </a:extLst>
          </p:cNvPr>
          <p:cNvPicPr>
            <a:picLocks noChangeAspect="1"/>
          </p:cNvPicPr>
          <p:nvPr/>
        </p:nvPicPr>
        <p:blipFill>
          <a:blip r:embed="rId3"/>
          <a:stretch>
            <a:fillRect/>
          </a:stretch>
        </p:blipFill>
        <p:spPr>
          <a:xfrm>
            <a:off x="5889522" y="707923"/>
            <a:ext cx="6303042" cy="6150077"/>
          </a:xfrm>
          <a:prstGeom prst="rect">
            <a:avLst/>
          </a:prstGeom>
        </p:spPr>
      </p:pic>
    </p:spTree>
    <p:extLst>
      <p:ext uri="{BB962C8B-B14F-4D97-AF65-F5344CB8AC3E}">
        <p14:creationId xmlns:p14="http://schemas.microsoft.com/office/powerpoint/2010/main" val="4076486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B84052-86B3-EA71-0649-81165C59AD67}"/>
              </a:ext>
            </a:extLst>
          </p:cNvPr>
          <p:cNvPicPr>
            <a:picLocks noChangeAspect="1"/>
          </p:cNvPicPr>
          <p:nvPr/>
        </p:nvPicPr>
        <p:blipFill>
          <a:blip r:embed="rId2"/>
          <a:stretch>
            <a:fillRect/>
          </a:stretch>
        </p:blipFill>
        <p:spPr>
          <a:xfrm>
            <a:off x="227518" y="0"/>
            <a:ext cx="11107700" cy="5782482"/>
          </a:xfrm>
          <a:prstGeom prst="rect">
            <a:avLst/>
          </a:prstGeom>
        </p:spPr>
      </p:pic>
    </p:spTree>
    <p:extLst>
      <p:ext uri="{BB962C8B-B14F-4D97-AF65-F5344CB8AC3E}">
        <p14:creationId xmlns:p14="http://schemas.microsoft.com/office/powerpoint/2010/main" val="428403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6B9450-B324-FC7F-C24D-9B08597AA610}"/>
              </a:ext>
            </a:extLst>
          </p:cNvPr>
          <p:cNvPicPr>
            <a:picLocks noChangeAspect="1"/>
          </p:cNvPicPr>
          <p:nvPr/>
        </p:nvPicPr>
        <p:blipFill>
          <a:blip r:embed="rId2"/>
          <a:stretch>
            <a:fillRect/>
          </a:stretch>
        </p:blipFill>
        <p:spPr>
          <a:xfrm>
            <a:off x="51426" y="27039"/>
            <a:ext cx="5425142" cy="4306529"/>
          </a:xfrm>
          <a:prstGeom prst="rect">
            <a:avLst/>
          </a:prstGeom>
        </p:spPr>
      </p:pic>
      <p:pic>
        <p:nvPicPr>
          <p:cNvPr id="7" name="Picture 6">
            <a:extLst>
              <a:ext uri="{FF2B5EF4-FFF2-40B4-BE49-F238E27FC236}">
                <a16:creationId xmlns:a16="http://schemas.microsoft.com/office/drawing/2014/main" id="{ADB2EEB2-204A-F02D-03E8-D373551C6EB3}"/>
              </a:ext>
            </a:extLst>
          </p:cNvPr>
          <p:cNvPicPr>
            <a:picLocks noChangeAspect="1"/>
          </p:cNvPicPr>
          <p:nvPr/>
        </p:nvPicPr>
        <p:blipFill>
          <a:blip r:embed="rId3"/>
          <a:stretch>
            <a:fillRect/>
          </a:stretch>
        </p:blipFill>
        <p:spPr>
          <a:xfrm>
            <a:off x="5685517" y="303399"/>
            <a:ext cx="6506483" cy="4658375"/>
          </a:xfrm>
          <a:prstGeom prst="rect">
            <a:avLst/>
          </a:prstGeom>
        </p:spPr>
      </p:pic>
    </p:spTree>
    <p:extLst>
      <p:ext uri="{BB962C8B-B14F-4D97-AF65-F5344CB8AC3E}">
        <p14:creationId xmlns:p14="http://schemas.microsoft.com/office/powerpoint/2010/main" val="19985536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28A7199-1F6A-5EAC-6628-E3F7B290DE05}"/>
              </a:ext>
            </a:extLst>
          </p:cNvPr>
          <p:cNvPicPr>
            <a:picLocks noChangeAspect="1"/>
          </p:cNvPicPr>
          <p:nvPr/>
        </p:nvPicPr>
        <p:blipFill>
          <a:blip r:embed="rId2"/>
          <a:stretch>
            <a:fillRect/>
          </a:stretch>
        </p:blipFill>
        <p:spPr>
          <a:xfrm>
            <a:off x="60960" y="0"/>
            <a:ext cx="12070079" cy="6858000"/>
          </a:xfrm>
          <a:prstGeom prst="rect">
            <a:avLst/>
          </a:prstGeom>
        </p:spPr>
      </p:pic>
    </p:spTree>
    <p:extLst>
      <p:ext uri="{BB962C8B-B14F-4D97-AF65-F5344CB8AC3E}">
        <p14:creationId xmlns:p14="http://schemas.microsoft.com/office/powerpoint/2010/main" val="5211216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4192-BFDE-EF89-F232-02415621AD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71EB184-BE9B-6CCF-B31D-195B267194F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E24C9D7-CE86-071D-5BE9-A7007AECF31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938438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6C569-E0E2-980D-B499-BE06FCFEFF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5807F11-33F3-25C1-6CB9-518AB14D081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B160A17-49B4-070E-D64F-CF8D6488C44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864891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9949-1D21-80A8-4338-32BB2D7835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F855E93-15D1-C467-6A2D-9736F2428EE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3CF757F-55F2-C48D-0D44-5A754FCE26A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659048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F3DF-1982-C310-2D14-F40D5F4842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D5AF57-8D2E-874F-DCFA-0010698AAED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426935F-554C-46E2-9A35-ECB134AB690A}"/>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2976377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7ECF6-EE7E-0D89-94A9-F402073E0E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2EA11E-3BC7-8220-B1FD-5A09F7F086E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7158CB0-743C-65B1-96C2-68E6443AB7C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669224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E7DC5-104E-AEC9-7051-7E77CA76F8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328BCC-ABFB-FA89-4805-CA01C550864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5B3455BB-B213-439F-2EAD-A1C7EBA2F8EF}"/>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11608199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FE103-C9E5-4824-3DE5-0AB8D0C8BAB7}"/>
              </a:ext>
            </a:extLst>
          </p:cNvPr>
          <p:cNvSpPr>
            <a:spLocks noGrp="1"/>
          </p:cNvSpPr>
          <p:nvPr>
            <p:ph type="title"/>
          </p:nvPr>
        </p:nvSpPr>
        <p:spPr>
          <a:xfrm>
            <a:off x="617220" y="1"/>
            <a:ext cx="10515600" cy="678180"/>
          </a:xfrm>
        </p:spPr>
        <p:txBody>
          <a:bodyPr>
            <a:normAutofit fontScale="90000"/>
          </a:bodyPr>
          <a:lstStyle/>
          <a:p>
            <a:r>
              <a:rPr lang="en-US" dirty="0"/>
              <a:t>Group By Rules</a:t>
            </a:r>
          </a:p>
        </p:txBody>
      </p:sp>
      <p:sp>
        <p:nvSpPr>
          <p:cNvPr id="4" name="Rectangle 1">
            <a:extLst>
              <a:ext uri="{FF2B5EF4-FFF2-40B4-BE49-F238E27FC236}">
                <a16:creationId xmlns:a16="http://schemas.microsoft.com/office/drawing/2014/main" id="{454DC16D-8F69-9DEC-9BB1-57263E7D24EE}"/>
              </a:ext>
            </a:extLst>
          </p:cNvPr>
          <p:cNvSpPr>
            <a:spLocks noGrp="1" noChangeArrowheads="1"/>
          </p:cNvSpPr>
          <p:nvPr>
            <p:ph idx="1"/>
          </p:nvPr>
        </p:nvSpPr>
        <p:spPr bwMode="auto">
          <a:xfrm>
            <a:off x="461309" y="950050"/>
            <a:ext cx="1067151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haroni" panose="020F0502020204030204" pitchFamily="2" charset="-79"/>
                <a:cs typeface="Aharoni" panose="020F0502020204030204" pitchFamily="2" charset="-79"/>
              </a:rPr>
              <a:t>Every column in SELECT must be: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haroni" panose="020F0502020204030204" pitchFamily="2" charset="-79"/>
                <a:cs typeface="Aharoni" panose="020F0502020204030204" pitchFamily="2" charset="-79"/>
              </a:rPr>
              <a:t>      1) inside an </a:t>
            </a:r>
            <a:r>
              <a:rPr kumimoji="0" lang="en-US" altLang="en-US" b="1" i="0" u="none" strike="noStrike" cap="none" normalizeH="0" baseline="0" dirty="0">
                <a:ln>
                  <a:noFill/>
                </a:ln>
                <a:solidFill>
                  <a:schemeClr val="tx1"/>
                </a:solidFill>
                <a:effectLst/>
                <a:latin typeface="Aharoni" panose="020F0502020204030204" pitchFamily="2" charset="-79"/>
                <a:cs typeface="Aharoni" panose="020F0502020204030204" pitchFamily="2" charset="-79"/>
              </a:rPr>
              <a:t>aggregate function</a:t>
            </a:r>
            <a:r>
              <a:rPr kumimoji="0" lang="en-US" altLang="en-US" b="0" i="0" u="none" strike="noStrike" cap="none" normalizeH="0" baseline="0" dirty="0">
                <a:ln>
                  <a:noFill/>
                </a:ln>
                <a:solidFill>
                  <a:schemeClr val="tx1"/>
                </a:solidFill>
                <a:effectLst/>
                <a:latin typeface="Aharoni" panose="020F0502020204030204" pitchFamily="2" charset="-79"/>
                <a:cs typeface="Aharoni" panose="020F0502020204030204" pitchFamily="2" charset="-79"/>
              </a:rPr>
              <a:t> (COUNT, SUM, AVG, etc.), </a:t>
            </a:r>
            <a:r>
              <a:rPr kumimoji="0" lang="en-US" altLang="en-US" b="1" i="0" u="none" strike="noStrike" cap="none" normalizeH="0" baseline="0" dirty="0">
                <a:ln>
                  <a:noFill/>
                </a:ln>
                <a:solidFill>
                  <a:schemeClr val="tx1"/>
                </a:solidFill>
                <a:effectLst/>
                <a:latin typeface="Aharoni" panose="020F0502020204030204" pitchFamily="2" charset="-79"/>
                <a:cs typeface="Aharoni" panose="020F0502020204030204" pitchFamily="2" charset="-79"/>
              </a:rPr>
              <a:t>or</a:t>
            </a:r>
            <a:endParaRPr kumimoji="0" lang="en-US" altLang="en-US" b="0" i="0" u="none" strike="noStrike" cap="none" normalizeH="0" baseline="0" dirty="0">
              <a:ln>
                <a:noFill/>
              </a:ln>
              <a:solidFill>
                <a:schemeClr val="tx1"/>
              </a:solidFill>
              <a:effectLst/>
              <a:latin typeface="Aharoni" panose="020F0502020204030204" pitchFamily="2" charset="-79"/>
              <a:cs typeface="Aharoni" panose="020F0502020204030204" pitchFamily="2" charset="-79"/>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Aharoni" panose="020F0502020204030204" pitchFamily="2" charset="-79"/>
                <a:cs typeface="Aharoni" panose="020F0502020204030204" pitchFamily="2" charset="-79"/>
              </a:rPr>
              <a:t>      2) listed in the GROUP BY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haroni" panose="020F0502020204030204" pitchFamily="2" charset="-79"/>
                <a:cs typeface="Aharoni" panose="020F0502020204030204" pitchFamily="2" charset="-79"/>
              </a:rPr>
              <a:t>WHERE filters </a:t>
            </a:r>
            <a:r>
              <a:rPr kumimoji="0" lang="en-US" altLang="en-US" b="1" i="0" u="none" strike="noStrike" cap="none" normalizeH="0" baseline="0" dirty="0">
                <a:ln>
                  <a:noFill/>
                </a:ln>
                <a:solidFill>
                  <a:schemeClr val="tx1"/>
                </a:solidFill>
                <a:effectLst/>
                <a:latin typeface="Aharoni" panose="020F0502020204030204" pitchFamily="2" charset="-79"/>
                <a:cs typeface="Aharoni" panose="020F0502020204030204" pitchFamily="2" charset="-79"/>
              </a:rPr>
              <a:t>before grouping</a:t>
            </a:r>
            <a:endParaRPr kumimoji="0" lang="en-US" altLang="en-US" b="0" i="0" u="none" strike="noStrike" cap="none" normalizeH="0" baseline="0" dirty="0">
              <a:ln>
                <a:noFill/>
              </a:ln>
              <a:solidFill>
                <a:schemeClr val="tx1"/>
              </a:solidFill>
              <a:effectLst/>
              <a:latin typeface="Aharoni" panose="020F0502020204030204" pitchFamily="2" charset="-79"/>
              <a:cs typeface="Aharoni" panose="020F0502020204030204" pitchFamily="2" charset="-79"/>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haroni" panose="020F0502020204030204" pitchFamily="2" charset="-79"/>
                <a:cs typeface="Aharoni" panose="020F0502020204030204" pitchFamily="2" charset="-79"/>
              </a:rPr>
              <a:t>HAVING filters </a:t>
            </a:r>
            <a:r>
              <a:rPr kumimoji="0" lang="en-US" altLang="en-US" b="1" i="0" u="none" strike="noStrike" cap="none" normalizeH="0" baseline="0" dirty="0">
                <a:ln>
                  <a:noFill/>
                </a:ln>
                <a:solidFill>
                  <a:schemeClr val="tx1"/>
                </a:solidFill>
                <a:effectLst/>
                <a:latin typeface="Aharoni" panose="020F0502020204030204" pitchFamily="2" charset="-79"/>
                <a:cs typeface="Aharoni" panose="020F0502020204030204" pitchFamily="2" charset="-79"/>
              </a:rPr>
              <a:t>after grouping</a:t>
            </a:r>
            <a:endParaRPr kumimoji="0" lang="en-US" altLang="en-US" b="0" i="0" u="none" strike="noStrike" cap="none" normalizeH="0" baseline="0" dirty="0">
              <a:ln>
                <a:noFill/>
              </a:ln>
              <a:solidFill>
                <a:schemeClr val="tx1"/>
              </a:solidFill>
              <a:effectLst/>
              <a:latin typeface="Aharoni" panose="020F0502020204030204" pitchFamily="2" charset="-79"/>
              <a:cs typeface="Aharoni" panose="020F0502020204030204" pitchFamily="2" charset="-79"/>
            </a:endParaRPr>
          </a:p>
        </p:txBody>
      </p:sp>
      <p:sp>
        <p:nvSpPr>
          <p:cNvPr id="6" name="TextBox 5">
            <a:extLst>
              <a:ext uri="{FF2B5EF4-FFF2-40B4-BE49-F238E27FC236}">
                <a16:creationId xmlns:a16="http://schemas.microsoft.com/office/drawing/2014/main" id="{78012A97-9978-7291-79E0-1FDA192452BB}"/>
              </a:ext>
            </a:extLst>
          </p:cNvPr>
          <p:cNvSpPr txBox="1"/>
          <p:nvPr/>
        </p:nvSpPr>
        <p:spPr>
          <a:xfrm>
            <a:off x="777240" y="3530601"/>
            <a:ext cx="8001000" cy="1754326"/>
          </a:xfrm>
          <a:prstGeom prst="rect">
            <a:avLst/>
          </a:prstGeom>
          <a:noFill/>
        </p:spPr>
        <p:txBody>
          <a:bodyPr wrap="square">
            <a:spAutoFit/>
          </a:bodyPr>
          <a:lstStyle/>
          <a:p>
            <a:r>
              <a:rPr lang="en-US" b="1" dirty="0"/>
              <a:t>FROM</a:t>
            </a:r>
          </a:p>
          <a:p>
            <a:r>
              <a:rPr lang="en-US" b="1" dirty="0"/>
              <a:t>WHERE        ← filters ROWS</a:t>
            </a:r>
          </a:p>
          <a:p>
            <a:r>
              <a:rPr lang="en-US" b="1" dirty="0"/>
              <a:t>GROUP BY     ← makes GROUPS</a:t>
            </a:r>
          </a:p>
          <a:p>
            <a:r>
              <a:rPr lang="en-US" b="1" dirty="0"/>
              <a:t>HAVING       ← filters GROUPS</a:t>
            </a:r>
          </a:p>
          <a:p>
            <a:r>
              <a:rPr lang="en-US" b="1" dirty="0"/>
              <a:t>SELECT</a:t>
            </a:r>
          </a:p>
          <a:p>
            <a:r>
              <a:rPr lang="en-US" b="1" dirty="0"/>
              <a:t>ORDER BY</a:t>
            </a:r>
          </a:p>
        </p:txBody>
      </p:sp>
    </p:spTree>
    <p:extLst>
      <p:ext uri="{BB962C8B-B14F-4D97-AF65-F5344CB8AC3E}">
        <p14:creationId xmlns:p14="http://schemas.microsoft.com/office/powerpoint/2010/main" val="39272096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CB7C9B8-32E0-662A-52EE-5B868E109909}"/>
              </a:ext>
            </a:extLst>
          </p:cNvPr>
          <p:cNvPicPr>
            <a:picLocks noChangeAspect="1"/>
          </p:cNvPicPr>
          <p:nvPr/>
        </p:nvPicPr>
        <p:blipFill>
          <a:blip r:embed="rId2"/>
          <a:stretch>
            <a:fillRect/>
          </a:stretch>
        </p:blipFill>
        <p:spPr>
          <a:xfrm>
            <a:off x="27728" y="13811"/>
            <a:ext cx="12136544" cy="6830378"/>
          </a:xfrm>
          <a:prstGeom prst="rect">
            <a:avLst/>
          </a:prstGeom>
        </p:spPr>
      </p:pic>
    </p:spTree>
    <p:extLst>
      <p:ext uri="{BB962C8B-B14F-4D97-AF65-F5344CB8AC3E}">
        <p14:creationId xmlns:p14="http://schemas.microsoft.com/office/powerpoint/2010/main" val="3127749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4788B-53E0-8EAA-0AAF-605A4C6327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22ADBB-C194-9431-299E-CE044F1A6AF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FFDBBE4-446E-8300-C168-728AD9E1A64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602273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0BC71-9B9A-9E35-7AD7-F4E5998092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389CCE-9D6B-C65E-91E5-97B6B208935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326B63A-F2AE-A1FD-C5A9-625FF31A50C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763734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ECCCC-0555-FE22-A67E-9643B5E8B1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928D29-860B-9BBD-A7F9-BBFF048C3DD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A00035A-E93C-E799-E8C8-5866FE6B4EA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0571823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13D03-E601-D6F2-EE15-0EAF811D80E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9FD85B-1DBF-9593-72DD-F8874C68BAA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394B9B5-85A2-EDBA-3ACC-4C91F0C2E14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579605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207566-A88E-3CF0-1BFE-E26145F8E74E}"/>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31219767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61DE48-02BA-A813-C44D-B05FDD555D7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8913146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A99B00-07DD-96B4-847E-51B5BC2340BF}"/>
              </a:ext>
            </a:extLst>
          </p:cNvPr>
          <p:cNvPicPr>
            <a:picLocks noChangeAspect="1"/>
          </p:cNvPicPr>
          <p:nvPr/>
        </p:nvPicPr>
        <p:blipFill>
          <a:blip r:embed="rId2"/>
          <a:stretch>
            <a:fillRect/>
          </a:stretch>
        </p:blipFill>
        <p:spPr>
          <a:xfrm>
            <a:off x="0" y="0"/>
            <a:ext cx="12192000" cy="6818929"/>
          </a:xfrm>
          <a:prstGeom prst="rect">
            <a:avLst/>
          </a:prstGeom>
        </p:spPr>
      </p:pic>
    </p:spTree>
    <p:extLst>
      <p:ext uri="{BB962C8B-B14F-4D97-AF65-F5344CB8AC3E}">
        <p14:creationId xmlns:p14="http://schemas.microsoft.com/office/powerpoint/2010/main" val="24047018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6309BF-3539-BF42-0857-31041159048E}"/>
              </a:ext>
            </a:extLst>
          </p:cNvPr>
          <p:cNvPicPr>
            <a:picLocks noChangeAspect="1"/>
          </p:cNvPicPr>
          <p:nvPr/>
        </p:nvPicPr>
        <p:blipFill>
          <a:blip r:embed="rId2"/>
          <a:stretch>
            <a:fillRect/>
          </a:stretch>
        </p:blipFill>
        <p:spPr>
          <a:xfrm>
            <a:off x="0" y="0"/>
            <a:ext cx="12192000" cy="6700543"/>
          </a:xfrm>
          <a:prstGeom prst="rect">
            <a:avLst/>
          </a:prstGeom>
        </p:spPr>
      </p:pic>
    </p:spTree>
    <p:extLst>
      <p:ext uri="{BB962C8B-B14F-4D97-AF65-F5344CB8AC3E}">
        <p14:creationId xmlns:p14="http://schemas.microsoft.com/office/powerpoint/2010/main" val="27040465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E3364-771B-FEAA-5DFB-4AFE92A8524A}"/>
              </a:ext>
            </a:extLst>
          </p:cNvPr>
          <p:cNvPicPr>
            <a:picLocks noChangeAspect="1"/>
          </p:cNvPicPr>
          <p:nvPr/>
        </p:nvPicPr>
        <p:blipFill>
          <a:blip r:embed="rId2"/>
          <a:stretch>
            <a:fillRect/>
          </a:stretch>
        </p:blipFill>
        <p:spPr>
          <a:xfrm>
            <a:off x="61070" y="1"/>
            <a:ext cx="12130930" cy="6791794"/>
          </a:xfrm>
          <a:prstGeom prst="rect">
            <a:avLst/>
          </a:prstGeom>
        </p:spPr>
      </p:pic>
    </p:spTree>
    <p:extLst>
      <p:ext uri="{BB962C8B-B14F-4D97-AF65-F5344CB8AC3E}">
        <p14:creationId xmlns:p14="http://schemas.microsoft.com/office/powerpoint/2010/main" val="24590756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5E721-B5B9-3320-9539-EB13D2C6BC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760DD6-E28C-00D7-DF6F-0E33B34C2F9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647DDD7-8D3A-266B-2E1C-86375F49D0C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091892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A8EA22C-348F-B36A-ECAB-93BFDE843015}"/>
              </a:ext>
            </a:extLst>
          </p:cNvPr>
          <p:cNvPicPr>
            <a:picLocks noGrp="1" noChangeAspect="1"/>
          </p:cNvPicPr>
          <p:nvPr>
            <p:ph idx="1"/>
          </p:nvPr>
        </p:nvPicPr>
        <p:blipFill>
          <a:blip r:embed="rId2"/>
          <a:stretch>
            <a:fillRect/>
          </a:stretch>
        </p:blipFill>
        <p:spPr>
          <a:xfrm>
            <a:off x="113261" y="144308"/>
            <a:ext cx="11911591" cy="6713691"/>
          </a:xfrm>
        </p:spPr>
      </p:pic>
    </p:spTree>
    <p:extLst>
      <p:ext uri="{BB962C8B-B14F-4D97-AF65-F5344CB8AC3E}">
        <p14:creationId xmlns:p14="http://schemas.microsoft.com/office/powerpoint/2010/main" val="27840404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0B18-6B0C-023E-226A-CD9AB86253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D93E3F-AEE6-EC94-5170-148F97AFE3D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3F79E5B-20FA-F002-A612-194A2203CAA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53300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AE38D-88BB-C258-3E17-C35360C50F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29680D6-9002-B6F1-F60D-3F1DE06DB4F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5945CCD-7421-4C19-0B65-E924F7EAF71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28848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896AA-1748-BBE0-C8EA-E07D5CCFE3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08F632-62C3-7780-817C-F20B5C772F0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377AC21-9BA3-736C-D5B9-439C8A30B99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4277758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71D77-C8A7-2735-C515-AD9AD91239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6A78AD-6B14-B9C6-12BE-A511AC52762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A503097-A1B8-1D26-4D6A-1977F167A13B}"/>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4350510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B821C-3D54-D884-F055-6D2E9E1F1C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689639-7E0D-2C36-B2E9-3205121F354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4016AE0-5234-ECC5-EC72-C43A20591FB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307598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3400380-C1D9-B4BB-17D8-987A802F695D}"/>
              </a:ext>
            </a:extLst>
          </p:cNvPr>
          <p:cNvPicPr>
            <a:picLocks noChangeAspect="1"/>
          </p:cNvPicPr>
          <p:nvPr/>
        </p:nvPicPr>
        <p:blipFill>
          <a:blip r:embed="rId2"/>
          <a:stretch>
            <a:fillRect/>
          </a:stretch>
        </p:blipFill>
        <p:spPr>
          <a:xfrm>
            <a:off x="0" y="0"/>
            <a:ext cx="12088167" cy="6858000"/>
          </a:xfrm>
          <a:prstGeom prst="rect">
            <a:avLst/>
          </a:prstGeom>
        </p:spPr>
      </p:pic>
    </p:spTree>
    <p:extLst>
      <p:ext uri="{BB962C8B-B14F-4D97-AF65-F5344CB8AC3E}">
        <p14:creationId xmlns:p14="http://schemas.microsoft.com/office/powerpoint/2010/main" val="14990607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5A060C-A483-041B-FACF-26D1D096A76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935921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53A984-A25A-B769-811B-53C1E99A071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1419276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F78783-7BBE-F54E-7359-6D65E8FA874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89842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3568C-479C-D49E-FFA1-AF6B93A684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69C013-CC5C-1EA4-3C18-9F72A336AEA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58F4C04-677A-27FD-E617-6FFF5DDF776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610342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DF0505-2047-0B82-4B1A-6880D52462A9}"/>
              </a:ext>
            </a:extLst>
          </p:cNvPr>
          <p:cNvPicPr>
            <a:picLocks noChangeAspect="1"/>
          </p:cNvPicPr>
          <p:nvPr/>
        </p:nvPicPr>
        <p:blipFill>
          <a:blip r:embed="rId2"/>
          <a:stretch>
            <a:fillRect/>
          </a:stretch>
        </p:blipFill>
        <p:spPr>
          <a:xfrm>
            <a:off x="165932" y="295708"/>
            <a:ext cx="4210638" cy="4791744"/>
          </a:xfrm>
          <a:prstGeom prst="rect">
            <a:avLst/>
          </a:prstGeom>
        </p:spPr>
      </p:pic>
      <p:pic>
        <p:nvPicPr>
          <p:cNvPr id="9" name="Picture 8">
            <a:extLst>
              <a:ext uri="{FF2B5EF4-FFF2-40B4-BE49-F238E27FC236}">
                <a16:creationId xmlns:a16="http://schemas.microsoft.com/office/drawing/2014/main" id="{3D44D7C1-8204-7C89-D7E1-9B565AB7586A}"/>
              </a:ext>
            </a:extLst>
          </p:cNvPr>
          <p:cNvPicPr>
            <a:picLocks noChangeAspect="1"/>
          </p:cNvPicPr>
          <p:nvPr/>
        </p:nvPicPr>
        <p:blipFill>
          <a:blip r:embed="rId3"/>
          <a:stretch>
            <a:fillRect/>
          </a:stretch>
        </p:blipFill>
        <p:spPr>
          <a:xfrm>
            <a:off x="6018136" y="1819921"/>
            <a:ext cx="4029637" cy="1743318"/>
          </a:xfrm>
          <a:prstGeom prst="rect">
            <a:avLst/>
          </a:prstGeom>
        </p:spPr>
      </p:pic>
    </p:spTree>
    <p:extLst>
      <p:ext uri="{BB962C8B-B14F-4D97-AF65-F5344CB8AC3E}">
        <p14:creationId xmlns:p14="http://schemas.microsoft.com/office/powerpoint/2010/main" val="219172843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82834A-EC80-1519-DF2F-0C1D7A7D2F28}"/>
              </a:ext>
            </a:extLst>
          </p:cNvPr>
          <p:cNvPicPr>
            <a:picLocks noChangeAspect="1"/>
          </p:cNvPicPr>
          <p:nvPr/>
        </p:nvPicPr>
        <p:blipFill>
          <a:blip r:embed="rId2"/>
          <a:stretch>
            <a:fillRect/>
          </a:stretch>
        </p:blipFill>
        <p:spPr>
          <a:xfrm>
            <a:off x="-117988" y="0"/>
            <a:ext cx="12309987" cy="6858000"/>
          </a:xfrm>
          <a:prstGeom prst="rect">
            <a:avLst/>
          </a:prstGeom>
        </p:spPr>
      </p:pic>
    </p:spTree>
    <p:extLst>
      <p:ext uri="{BB962C8B-B14F-4D97-AF65-F5344CB8AC3E}">
        <p14:creationId xmlns:p14="http://schemas.microsoft.com/office/powerpoint/2010/main" val="40137591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E042DB-F3D5-9899-26FB-6AE101FB70B8}"/>
              </a:ext>
            </a:extLst>
          </p:cNvPr>
          <p:cNvPicPr>
            <a:picLocks noChangeAspect="1"/>
          </p:cNvPicPr>
          <p:nvPr/>
        </p:nvPicPr>
        <p:blipFill>
          <a:blip r:embed="rId2"/>
          <a:stretch>
            <a:fillRect/>
          </a:stretch>
        </p:blipFill>
        <p:spPr>
          <a:xfrm>
            <a:off x="135740" y="250655"/>
            <a:ext cx="5391902" cy="5353797"/>
          </a:xfrm>
          <a:prstGeom prst="rect">
            <a:avLst/>
          </a:prstGeom>
        </p:spPr>
      </p:pic>
      <p:pic>
        <p:nvPicPr>
          <p:cNvPr id="7" name="Picture 6">
            <a:extLst>
              <a:ext uri="{FF2B5EF4-FFF2-40B4-BE49-F238E27FC236}">
                <a16:creationId xmlns:a16="http://schemas.microsoft.com/office/drawing/2014/main" id="{4980D3E2-44BA-585F-7511-BCBDBA9896D6}"/>
              </a:ext>
            </a:extLst>
          </p:cNvPr>
          <p:cNvPicPr>
            <a:picLocks noChangeAspect="1"/>
          </p:cNvPicPr>
          <p:nvPr/>
        </p:nvPicPr>
        <p:blipFill>
          <a:blip r:embed="rId3"/>
          <a:stretch>
            <a:fillRect/>
          </a:stretch>
        </p:blipFill>
        <p:spPr>
          <a:xfrm>
            <a:off x="6008219" y="672525"/>
            <a:ext cx="5249008" cy="5296639"/>
          </a:xfrm>
          <a:prstGeom prst="rect">
            <a:avLst/>
          </a:prstGeom>
        </p:spPr>
      </p:pic>
    </p:spTree>
    <p:extLst>
      <p:ext uri="{BB962C8B-B14F-4D97-AF65-F5344CB8AC3E}">
        <p14:creationId xmlns:p14="http://schemas.microsoft.com/office/powerpoint/2010/main" val="100548311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1667E9-10C0-5B20-4DC7-012354A64AE1}"/>
              </a:ext>
            </a:extLst>
          </p:cNvPr>
          <p:cNvPicPr>
            <a:picLocks noChangeAspect="1"/>
          </p:cNvPicPr>
          <p:nvPr/>
        </p:nvPicPr>
        <p:blipFill>
          <a:blip r:embed="rId2"/>
          <a:stretch>
            <a:fillRect/>
          </a:stretch>
        </p:blipFill>
        <p:spPr>
          <a:xfrm>
            <a:off x="0" y="1789993"/>
            <a:ext cx="12192000" cy="5068007"/>
          </a:xfrm>
          <a:prstGeom prst="rect">
            <a:avLst/>
          </a:prstGeom>
        </p:spPr>
      </p:pic>
    </p:spTree>
    <p:extLst>
      <p:ext uri="{BB962C8B-B14F-4D97-AF65-F5344CB8AC3E}">
        <p14:creationId xmlns:p14="http://schemas.microsoft.com/office/powerpoint/2010/main" val="29406949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8D8C2F-8C1D-3AB9-828C-88359F7EDE49}"/>
              </a:ext>
            </a:extLst>
          </p:cNvPr>
          <p:cNvPicPr>
            <a:picLocks noChangeAspect="1"/>
          </p:cNvPicPr>
          <p:nvPr/>
        </p:nvPicPr>
        <p:blipFill>
          <a:blip r:embed="rId2"/>
          <a:stretch>
            <a:fillRect/>
          </a:stretch>
        </p:blipFill>
        <p:spPr>
          <a:xfrm>
            <a:off x="0" y="3195789"/>
            <a:ext cx="12192000" cy="3662211"/>
          </a:xfrm>
          <a:prstGeom prst="rect">
            <a:avLst/>
          </a:prstGeom>
        </p:spPr>
      </p:pic>
    </p:spTree>
    <p:extLst>
      <p:ext uri="{BB962C8B-B14F-4D97-AF65-F5344CB8AC3E}">
        <p14:creationId xmlns:p14="http://schemas.microsoft.com/office/powerpoint/2010/main" val="38816612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06EE24-2EB0-B353-A5B3-562CF9ED476A}"/>
              </a:ext>
            </a:extLst>
          </p:cNvPr>
          <p:cNvPicPr>
            <a:picLocks noChangeAspect="1"/>
          </p:cNvPicPr>
          <p:nvPr/>
        </p:nvPicPr>
        <p:blipFill>
          <a:blip r:embed="rId2"/>
          <a:stretch>
            <a:fillRect/>
          </a:stretch>
        </p:blipFill>
        <p:spPr>
          <a:xfrm>
            <a:off x="0" y="147035"/>
            <a:ext cx="12192000" cy="6563930"/>
          </a:xfrm>
          <a:prstGeom prst="rect">
            <a:avLst/>
          </a:prstGeom>
        </p:spPr>
      </p:pic>
    </p:spTree>
    <p:extLst>
      <p:ext uri="{BB962C8B-B14F-4D97-AF65-F5344CB8AC3E}">
        <p14:creationId xmlns:p14="http://schemas.microsoft.com/office/powerpoint/2010/main" val="37649630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4641AE-BBCD-D285-4591-6A9635F129E9}"/>
              </a:ext>
            </a:extLst>
          </p:cNvPr>
          <p:cNvPicPr>
            <a:picLocks noChangeAspect="1"/>
          </p:cNvPicPr>
          <p:nvPr/>
        </p:nvPicPr>
        <p:blipFill>
          <a:blip r:embed="rId2"/>
          <a:stretch>
            <a:fillRect/>
          </a:stretch>
        </p:blipFill>
        <p:spPr>
          <a:xfrm>
            <a:off x="0" y="76222"/>
            <a:ext cx="12192000" cy="6781778"/>
          </a:xfrm>
          <a:prstGeom prst="rect">
            <a:avLst/>
          </a:prstGeom>
        </p:spPr>
      </p:pic>
    </p:spTree>
    <p:extLst>
      <p:ext uri="{BB962C8B-B14F-4D97-AF65-F5344CB8AC3E}">
        <p14:creationId xmlns:p14="http://schemas.microsoft.com/office/powerpoint/2010/main" val="31696983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C0624E-7B8E-C166-2BBF-8D66EAE44E0C}"/>
              </a:ext>
            </a:extLst>
          </p:cNvPr>
          <p:cNvPicPr>
            <a:picLocks noChangeAspect="1"/>
          </p:cNvPicPr>
          <p:nvPr/>
        </p:nvPicPr>
        <p:blipFill>
          <a:blip r:embed="rId2"/>
          <a:stretch>
            <a:fillRect/>
          </a:stretch>
        </p:blipFill>
        <p:spPr>
          <a:xfrm>
            <a:off x="1" y="-206477"/>
            <a:ext cx="12192000" cy="7064477"/>
          </a:xfrm>
          <a:prstGeom prst="rect">
            <a:avLst/>
          </a:prstGeom>
        </p:spPr>
      </p:pic>
    </p:spTree>
    <p:extLst>
      <p:ext uri="{BB962C8B-B14F-4D97-AF65-F5344CB8AC3E}">
        <p14:creationId xmlns:p14="http://schemas.microsoft.com/office/powerpoint/2010/main" val="10947860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A9CD5-90F6-6363-34F7-6E2BB2BE389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6BBDFB4-DA01-023F-F4D3-2C247F7AB82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8361076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C0C37-406A-9A9B-D36A-5C7128665F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F8C692-1354-30DB-A46B-D5DE16D4D55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7AF8B9B-4216-DCD4-4BFF-7470629359A3}"/>
              </a:ext>
            </a:extLst>
          </p:cNvPr>
          <p:cNvPicPr>
            <a:picLocks noChangeAspect="1"/>
          </p:cNvPicPr>
          <p:nvPr/>
        </p:nvPicPr>
        <p:blipFill>
          <a:blip r:embed="rId2"/>
          <a:stretch>
            <a:fillRect/>
          </a:stretch>
        </p:blipFill>
        <p:spPr>
          <a:xfrm>
            <a:off x="0" y="75732"/>
            <a:ext cx="12192000" cy="6782268"/>
          </a:xfrm>
          <a:prstGeom prst="rect">
            <a:avLst/>
          </a:prstGeom>
        </p:spPr>
      </p:pic>
    </p:spTree>
    <p:extLst>
      <p:ext uri="{BB962C8B-B14F-4D97-AF65-F5344CB8AC3E}">
        <p14:creationId xmlns:p14="http://schemas.microsoft.com/office/powerpoint/2010/main" val="9294652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6F138-BF7F-D04A-0067-2B163ADFA25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12D7F5-22DB-BF1D-1324-EFDA17182BF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E9FE9AC-5172-9EE2-971E-90494E9F3E8E}"/>
              </a:ext>
            </a:extLst>
          </p:cNvPr>
          <p:cNvPicPr>
            <a:picLocks noChangeAspect="1"/>
          </p:cNvPicPr>
          <p:nvPr/>
        </p:nvPicPr>
        <p:blipFill>
          <a:blip r:embed="rId2"/>
          <a:stretch>
            <a:fillRect/>
          </a:stretch>
        </p:blipFill>
        <p:spPr>
          <a:xfrm>
            <a:off x="0" y="0"/>
            <a:ext cx="12191999" cy="6858000"/>
          </a:xfrm>
          <a:prstGeom prst="rect">
            <a:avLst/>
          </a:prstGeom>
        </p:spPr>
      </p:pic>
      <p:pic>
        <p:nvPicPr>
          <p:cNvPr id="7" name="Picture 6">
            <a:extLst>
              <a:ext uri="{FF2B5EF4-FFF2-40B4-BE49-F238E27FC236}">
                <a16:creationId xmlns:a16="http://schemas.microsoft.com/office/drawing/2014/main" id="{DEF25CAC-1750-8477-4928-014EA77A1A65}"/>
              </a:ext>
            </a:extLst>
          </p:cNvPr>
          <p:cNvPicPr>
            <a:picLocks noChangeAspect="1"/>
          </p:cNvPicPr>
          <p:nvPr/>
        </p:nvPicPr>
        <p:blipFill>
          <a:blip r:embed="rId3"/>
          <a:stretch>
            <a:fillRect/>
          </a:stretch>
        </p:blipFill>
        <p:spPr>
          <a:xfrm>
            <a:off x="0" y="2487559"/>
            <a:ext cx="9558437" cy="4134465"/>
          </a:xfrm>
          <a:prstGeom prst="rect">
            <a:avLst/>
          </a:prstGeom>
        </p:spPr>
      </p:pic>
    </p:spTree>
    <p:extLst>
      <p:ext uri="{BB962C8B-B14F-4D97-AF65-F5344CB8AC3E}">
        <p14:creationId xmlns:p14="http://schemas.microsoft.com/office/powerpoint/2010/main" val="6869480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98A0-6D23-7D0B-0B18-A2C73EA238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7E4486-4A22-9151-9051-0C991EB64A2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38AEB79-4458-6E08-594A-DE341BB8095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57767315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32371-CE7E-56AC-4469-03630583B11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3F5DC062-AD4C-41EC-4CE0-B791AEF098F7}"/>
              </a:ext>
            </a:extLst>
          </p:cNvPr>
          <p:cNvPicPr>
            <a:picLocks noGrp="1" noChangeAspect="1"/>
          </p:cNvPicPr>
          <p:nvPr>
            <p:ph idx="1"/>
          </p:nvPr>
        </p:nvPicPr>
        <p:blipFill>
          <a:blip r:embed="rId2"/>
          <a:stretch>
            <a:fillRect/>
          </a:stretch>
        </p:blipFill>
        <p:spPr>
          <a:xfrm>
            <a:off x="0" y="0"/>
            <a:ext cx="12192000" cy="6858000"/>
          </a:xfrm>
        </p:spPr>
      </p:pic>
    </p:spTree>
    <p:extLst>
      <p:ext uri="{BB962C8B-B14F-4D97-AF65-F5344CB8AC3E}">
        <p14:creationId xmlns:p14="http://schemas.microsoft.com/office/powerpoint/2010/main" val="8134772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9C5D15-F0A2-230D-10A8-2EBD9553533E}"/>
              </a:ext>
            </a:extLst>
          </p:cNvPr>
          <p:cNvPicPr>
            <a:picLocks noChangeAspect="1"/>
          </p:cNvPicPr>
          <p:nvPr/>
        </p:nvPicPr>
        <p:blipFill>
          <a:blip r:embed="rId2"/>
          <a:stretch>
            <a:fillRect/>
          </a:stretch>
        </p:blipFill>
        <p:spPr>
          <a:xfrm>
            <a:off x="0" y="-266746"/>
            <a:ext cx="12192000" cy="6703234"/>
          </a:xfrm>
          <a:prstGeom prst="rect">
            <a:avLst/>
          </a:prstGeom>
        </p:spPr>
      </p:pic>
    </p:spTree>
    <p:extLst>
      <p:ext uri="{BB962C8B-B14F-4D97-AF65-F5344CB8AC3E}">
        <p14:creationId xmlns:p14="http://schemas.microsoft.com/office/powerpoint/2010/main" val="12274875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782B123-B290-C782-FA57-6435E5F57699}"/>
              </a:ext>
            </a:extLst>
          </p:cNvPr>
          <p:cNvPicPr>
            <a:picLocks noGrp="1" noChangeAspect="1"/>
          </p:cNvPicPr>
          <p:nvPr>
            <p:ph idx="1"/>
          </p:nvPr>
        </p:nvPicPr>
        <p:blipFill>
          <a:blip r:embed="rId2"/>
          <a:stretch>
            <a:fillRect/>
          </a:stretch>
        </p:blipFill>
        <p:spPr>
          <a:xfrm>
            <a:off x="0" y="0"/>
            <a:ext cx="12192000" cy="6858000"/>
          </a:xfrm>
        </p:spPr>
      </p:pic>
    </p:spTree>
    <p:extLst>
      <p:ext uri="{BB962C8B-B14F-4D97-AF65-F5344CB8AC3E}">
        <p14:creationId xmlns:p14="http://schemas.microsoft.com/office/powerpoint/2010/main" val="2215141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4BEA88-2469-74B8-95CC-20F30F052CC1}"/>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7BA3C0DD-31F6-B358-55FB-F928E6D47266}"/>
              </a:ext>
            </a:extLst>
          </p:cNvPr>
          <p:cNvPicPr>
            <a:picLocks noChangeAspect="1"/>
          </p:cNvPicPr>
          <p:nvPr/>
        </p:nvPicPr>
        <p:blipFill>
          <a:blip r:embed="rId2"/>
          <a:stretch>
            <a:fillRect/>
          </a:stretch>
        </p:blipFill>
        <p:spPr>
          <a:xfrm>
            <a:off x="88490" y="-305084"/>
            <a:ext cx="12192000" cy="7163084"/>
          </a:xfrm>
          <a:prstGeom prst="rect">
            <a:avLst/>
          </a:prstGeom>
        </p:spPr>
      </p:pic>
    </p:spTree>
    <p:extLst>
      <p:ext uri="{BB962C8B-B14F-4D97-AF65-F5344CB8AC3E}">
        <p14:creationId xmlns:p14="http://schemas.microsoft.com/office/powerpoint/2010/main" val="150541269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8E681A-F545-4F74-0FB3-763ACD8416BB}"/>
              </a:ext>
            </a:extLst>
          </p:cNvPr>
          <p:cNvPicPr>
            <a:picLocks noChangeAspect="1"/>
          </p:cNvPicPr>
          <p:nvPr/>
        </p:nvPicPr>
        <p:blipFill>
          <a:blip r:embed="rId2"/>
          <a:stretch>
            <a:fillRect/>
          </a:stretch>
        </p:blipFill>
        <p:spPr>
          <a:xfrm>
            <a:off x="74982" y="535791"/>
            <a:ext cx="5872859" cy="1328134"/>
          </a:xfrm>
          <a:prstGeom prst="rect">
            <a:avLst/>
          </a:prstGeom>
        </p:spPr>
      </p:pic>
      <p:pic>
        <p:nvPicPr>
          <p:cNvPr id="7" name="Picture 6">
            <a:extLst>
              <a:ext uri="{FF2B5EF4-FFF2-40B4-BE49-F238E27FC236}">
                <a16:creationId xmlns:a16="http://schemas.microsoft.com/office/drawing/2014/main" id="{26B8A30B-E0A6-757F-E892-6FB7DE45046E}"/>
              </a:ext>
            </a:extLst>
          </p:cNvPr>
          <p:cNvPicPr>
            <a:picLocks noChangeAspect="1"/>
          </p:cNvPicPr>
          <p:nvPr/>
        </p:nvPicPr>
        <p:blipFill>
          <a:blip r:embed="rId3"/>
          <a:stretch>
            <a:fillRect/>
          </a:stretch>
        </p:blipFill>
        <p:spPr>
          <a:xfrm>
            <a:off x="6096000" y="380586"/>
            <a:ext cx="5872858" cy="5353797"/>
          </a:xfrm>
          <a:prstGeom prst="rect">
            <a:avLst/>
          </a:prstGeom>
        </p:spPr>
      </p:pic>
    </p:spTree>
    <p:extLst>
      <p:ext uri="{BB962C8B-B14F-4D97-AF65-F5344CB8AC3E}">
        <p14:creationId xmlns:p14="http://schemas.microsoft.com/office/powerpoint/2010/main" val="254239819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5B9393-BF1A-8F9B-0384-D405819C1B31}"/>
              </a:ext>
            </a:extLst>
          </p:cNvPr>
          <p:cNvPicPr>
            <a:picLocks noChangeAspect="1"/>
          </p:cNvPicPr>
          <p:nvPr/>
        </p:nvPicPr>
        <p:blipFill>
          <a:blip r:embed="rId2"/>
          <a:stretch>
            <a:fillRect/>
          </a:stretch>
        </p:blipFill>
        <p:spPr>
          <a:xfrm>
            <a:off x="75360" y="37626"/>
            <a:ext cx="12116640" cy="6782747"/>
          </a:xfrm>
          <a:prstGeom prst="rect">
            <a:avLst/>
          </a:prstGeom>
        </p:spPr>
      </p:pic>
    </p:spTree>
    <p:extLst>
      <p:ext uri="{BB962C8B-B14F-4D97-AF65-F5344CB8AC3E}">
        <p14:creationId xmlns:p14="http://schemas.microsoft.com/office/powerpoint/2010/main" val="139377516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FB44B-F85C-39E1-1A25-7F27262CAE9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2EDB8CD-EFD1-E85F-EBC2-B76ABAB473DE}"/>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92C1A31A-8565-11FA-25DB-A2C75637921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7502456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52C2-D369-5097-3DA9-82056A7470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EDD20D-958C-0812-69A1-2E157B350AD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221FE56-7FF8-6366-A856-540FDAFC86B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3126306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FEB1411-26C8-192A-97AE-B2C723ED525D}"/>
              </a:ext>
            </a:extLst>
          </p:cNvPr>
          <p:cNvPicPr>
            <a:picLocks noChangeAspect="1"/>
          </p:cNvPicPr>
          <p:nvPr/>
        </p:nvPicPr>
        <p:blipFill>
          <a:blip r:embed="rId2"/>
          <a:stretch>
            <a:fillRect/>
          </a:stretch>
        </p:blipFill>
        <p:spPr>
          <a:xfrm>
            <a:off x="19050" y="0"/>
            <a:ext cx="12153900" cy="6858000"/>
          </a:xfrm>
          <a:prstGeom prst="rect">
            <a:avLst/>
          </a:prstGeom>
        </p:spPr>
      </p:pic>
    </p:spTree>
    <p:extLst>
      <p:ext uri="{BB962C8B-B14F-4D97-AF65-F5344CB8AC3E}">
        <p14:creationId xmlns:p14="http://schemas.microsoft.com/office/powerpoint/2010/main" val="323048588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B56F0-F815-E291-EEAE-971E6D69BE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CD0B59-0D9A-E33B-FD64-41653F95C84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F663BB5-28B4-B8BE-6195-5EED608348D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29108148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CD15A-DC03-0436-4E65-60332AB0EE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53F6F36-2810-8817-574F-1F17821FDD4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F923DF3-5368-F04C-3940-2467CF1417F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7769288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DE4E07-D5DD-7196-2A00-AC8B07C3C2C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9883609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8098DC-728D-C227-8966-4B8BCFB455A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8172238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9202C0-D74A-5571-45E4-3A0977F8D48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1369203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36987-F764-E6F7-B312-B94FC00B8D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939688-637D-15A0-AD76-B279D1F495F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1A67C06-13A1-8DAE-6BD4-FBDE4BA650D0}"/>
              </a:ext>
            </a:extLst>
          </p:cNvPr>
          <p:cNvPicPr>
            <a:picLocks noChangeAspect="1"/>
          </p:cNvPicPr>
          <p:nvPr/>
        </p:nvPicPr>
        <p:blipFill>
          <a:blip r:embed="rId2"/>
          <a:stretch>
            <a:fillRect/>
          </a:stretch>
        </p:blipFill>
        <p:spPr>
          <a:xfrm>
            <a:off x="0" y="0"/>
            <a:ext cx="12113342" cy="6858000"/>
          </a:xfrm>
          <a:prstGeom prst="rect">
            <a:avLst/>
          </a:prstGeom>
        </p:spPr>
      </p:pic>
    </p:spTree>
    <p:extLst>
      <p:ext uri="{BB962C8B-B14F-4D97-AF65-F5344CB8AC3E}">
        <p14:creationId xmlns:p14="http://schemas.microsoft.com/office/powerpoint/2010/main" val="59994093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039C9-D97D-8B3E-D3EB-D57A1C273C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53C9D9-88F1-9223-FC97-63215069787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D586CC6-830F-D34D-593F-88F294D073B3}"/>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102025677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01B89-8172-0886-E599-A425C4041E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7C0AC8-6664-67EF-8FE5-7453D8091C1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AA0C9EE-8224-EA86-BCC6-8B7FD4597F9C}"/>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99347171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A87281-6C44-BF8A-8446-8E30ACA53E2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435379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D6FA37-87B2-B2D0-0E88-D06043DD13D8}"/>
              </a:ext>
            </a:extLst>
          </p:cNvPr>
          <p:cNvPicPr>
            <a:picLocks noChangeAspect="1"/>
          </p:cNvPicPr>
          <p:nvPr/>
        </p:nvPicPr>
        <p:blipFill>
          <a:blip r:embed="rId2"/>
          <a:stretch>
            <a:fillRect/>
          </a:stretch>
        </p:blipFill>
        <p:spPr>
          <a:xfrm>
            <a:off x="0" y="-68826"/>
            <a:ext cx="12192000" cy="6926826"/>
          </a:xfrm>
          <a:prstGeom prst="rect">
            <a:avLst/>
          </a:prstGeom>
        </p:spPr>
      </p:pic>
    </p:spTree>
    <p:extLst>
      <p:ext uri="{BB962C8B-B14F-4D97-AF65-F5344CB8AC3E}">
        <p14:creationId xmlns:p14="http://schemas.microsoft.com/office/powerpoint/2010/main" val="232232634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8C2B3B-34E6-647B-6EF3-8152A6474BF7}"/>
              </a:ext>
            </a:extLst>
          </p:cNvPr>
          <p:cNvPicPr>
            <a:picLocks noChangeAspect="1"/>
          </p:cNvPicPr>
          <p:nvPr/>
        </p:nvPicPr>
        <p:blipFill>
          <a:blip r:embed="rId2"/>
          <a:stretch>
            <a:fillRect/>
          </a:stretch>
        </p:blipFill>
        <p:spPr>
          <a:xfrm>
            <a:off x="0" y="-98322"/>
            <a:ext cx="12192000" cy="6956322"/>
          </a:xfrm>
          <a:prstGeom prst="rect">
            <a:avLst/>
          </a:prstGeom>
        </p:spPr>
      </p:pic>
    </p:spTree>
    <p:extLst>
      <p:ext uri="{BB962C8B-B14F-4D97-AF65-F5344CB8AC3E}">
        <p14:creationId xmlns:p14="http://schemas.microsoft.com/office/powerpoint/2010/main" val="112467211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226E16-A465-3D40-FBA0-1363CF72CD1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858557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3E83A9-2A36-7C54-0AAC-2D85242F1D8B}"/>
              </a:ext>
            </a:extLst>
          </p:cNvPr>
          <p:cNvPicPr>
            <a:picLocks noChangeAspect="1"/>
          </p:cNvPicPr>
          <p:nvPr/>
        </p:nvPicPr>
        <p:blipFill>
          <a:blip r:embed="rId2"/>
          <a:stretch>
            <a:fillRect/>
          </a:stretch>
        </p:blipFill>
        <p:spPr>
          <a:xfrm>
            <a:off x="1461440" y="390101"/>
            <a:ext cx="9269119" cy="6077798"/>
          </a:xfrm>
          <a:prstGeom prst="rect">
            <a:avLst/>
          </a:prstGeom>
        </p:spPr>
      </p:pic>
    </p:spTree>
    <p:extLst>
      <p:ext uri="{BB962C8B-B14F-4D97-AF65-F5344CB8AC3E}">
        <p14:creationId xmlns:p14="http://schemas.microsoft.com/office/powerpoint/2010/main" val="37486768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170313-DEA4-99C5-3F55-4E8940E494A1}"/>
              </a:ext>
            </a:extLst>
          </p:cNvPr>
          <p:cNvPicPr>
            <a:picLocks noChangeAspect="1"/>
          </p:cNvPicPr>
          <p:nvPr/>
        </p:nvPicPr>
        <p:blipFill>
          <a:blip r:embed="rId2"/>
          <a:stretch>
            <a:fillRect/>
          </a:stretch>
        </p:blipFill>
        <p:spPr>
          <a:xfrm>
            <a:off x="0" y="283320"/>
            <a:ext cx="12192000" cy="6291359"/>
          </a:xfrm>
          <a:prstGeom prst="rect">
            <a:avLst/>
          </a:prstGeom>
        </p:spPr>
      </p:pic>
    </p:spTree>
    <p:extLst>
      <p:ext uri="{BB962C8B-B14F-4D97-AF65-F5344CB8AC3E}">
        <p14:creationId xmlns:p14="http://schemas.microsoft.com/office/powerpoint/2010/main" val="284508602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4A868C-1502-5911-8452-3622338FBFAB}"/>
              </a:ext>
            </a:extLst>
          </p:cNvPr>
          <p:cNvPicPr>
            <a:picLocks noChangeAspect="1"/>
          </p:cNvPicPr>
          <p:nvPr/>
        </p:nvPicPr>
        <p:blipFill>
          <a:blip r:embed="rId2"/>
          <a:stretch>
            <a:fillRect/>
          </a:stretch>
        </p:blipFill>
        <p:spPr>
          <a:xfrm>
            <a:off x="0" y="1"/>
            <a:ext cx="12192000" cy="6133686"/>
          </a:xfrm>
          <a:prstGeom prst="rect">
            <a:avLst/>
          </a:prstGeom>
        </p:spPr>
      </p:pic>
    </p:spTree>
    <p:extLst>
      <p:ext uri="{BB962C8B-B14F-4D97-AF65-F5344CB8AC3E}">
        <p14:creationId xmlns:p14="http://schemas.microsoft.com/office/powerpoint/2010/main" val="346614656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EC680B-AFFB-8953-D4D3-C29DAD7A3D6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0D430BE-35BE-9E3C-4269-976FFCCD6D59}"/>
              </a:ext>
            </a:extLst>
          </p:cNvPr>
          <p:cNvPicPr>
            <a:picLocks noChangeAspect="1"/>
          </p:cNvPicPr>
          <p:nvPr/>
        </p:nvPicPr>
        <p:blipFill>
          <a:blip r:embed="rId2"/>
          <a:stretch>
            <a:fillRect/>
          </a:stretch>
        </p:blipFill>
        <p:spPr>
          <a:xfrm>
            <a:off x="0" y="489795"/>
            <a:ext cx="12192000" cy="5878409"/>
          </a:xfrm>
          <a:prstGeom prst="rect">
            <a:avLst/>
          </a:prstGeom>
        </p:spPr>
      </p:pic>
    </p:spTree>
    <p:extLst>
      <p:ext uri="{BB962C8B-B14F-4D97-AF65-F5344CB8AC3E}">
        <p14:creationId xmlns:p14="http://schemas.microsoft.com/office/powerpoint/2010/main" val="352489222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66DF8-081D-0C2D-D33F-BBC6989C27C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0D4F10-6E42-7CD1-F6F3-43F393F1B3A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61D65FC-07BE-60A1-7829-DA3D370BE68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36950895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56CCF-3C8F-8CA8-7CCF-069378CC42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32D963-B4E0-B0F4-1D3C-95291347562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8325B174-385E-DE9D-44CD-6286BDD14CFE}"/>
              </a:ext>
            </a:extLst>
          </p:cNvPr>
          <p:cNvPicPr>
            <a:picLocks noChangeAspect="1"/>
          </p:cNvPicPr>
          <p:nvPr/>
        </p:nvPicPr>
        <p:blipFill>
          <a:blip r:embed="rId2"/>
          <a:stretch>
            <a:fillRect/>
          </a:stretch>
        </p:blipFill>
        <p:spPr>
          <a:xfrm>
            <a:off x="0" y="458799"/>
            <a:ext cx="12192000" cy="5940402"/>
          </a:xfrm>
          <a:prstGeom prst="rect">
            <a:avLst/>
          </a:prstGeom>
        </p:spPr>
      </p:pic>
    </p:spTree>
    <p:extLst>
      <p:ext uri="{BB962C8B-B14F-4D97-AF65-F5344CB8AC3E}">
        <p14:creationId xmlns:p14="http://schemas.microsoft.com/office/powerpoint/2010/main" val="92593903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F493A1A-A8BB-A843-DE45-0B7D2114C8D1}"/>
              </a:ext>
            </a:extLst>
          </p:cNvPr>
          <p:cNvPicPr>
            <a:picLocks noChangeAspect="1"/>
          </p:cNvPicPr>
          <p:nvPr/>
        </p:nvPicPr>
        <p:blipFill>
          <a:blip r:embed="rId2"/>
          <a:stretch>
            <a:fillRect/>
          </a:stretch>
        </p:blipFill>
        <p:spPr>
          <a:xfrm>
            <a:off x="0" y="28575"/>
            <a:ext cx="12192000" cy="6800850"/>
          </a:xfrm>
          <a:prstGeom prst="rect">
            <a:avLst/>
          </a:prstGeom>
        </p:spPr>
      </p:pic>
    </p:spTree>
    <p:extLst>
      <p:ext uri="{BB962C8B-B14F-4D97-AF65-F5344CB8AC3E}">
        <p14:creationId xmlns:p14="http://schemas.microsoft.com/office/powerpoint/2010/main" val="179994363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DB160C-1417-A6E6-3B4C-60190ABF06BF}"/>
              </a:ext>
            </a:extLst>
          </p:cNvPr>
          <p:cNvPicPr>
            <a:picLocks noChangeAspect="1"/>
          </p:cNvPicPr>
          <p:nvPr/>
        </p:nvPicPr>
        <p:blipFill>
          <a:blip r:embed="rId2"/>
          <a:stretch>
            <a:fillRect/>
          </a:stretch>
        </p:blipFill>
        <p:spPr>
          <a:xfrm>
            <a:off x="-70338" y="0"/>
            <a:ext cx="12262338" cy="7124281"/>
          </a:xfrm>
          <a:prstGeom prst="rect">
            <a:avLst/>
          </a:prstGeom>
        </p:spPr>
      </p:pic>
    </p:spTree>
    <p:extLst>
      <p:ext uri="{BB962C8B-B14F-4D97-AF65-F5344CB8AC3E}">
        <p14:creationId xmlns:p14="http://schemas.microsoft.com/office/powerpoint/2010/main" val="353911099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4FC36-9485-5204-1EC9-01BE6BDE16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AA62377-3708-199B-C368-DEF6EC90F52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A4E3A74-0ADA-F6A3-4B01-E81BBFF325C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2987208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24A11-26BE-45E8-7CF7-566EC6D5A6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FF1359-857A-11B1-A920-E11915EEAB2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8F419A5-DFDA-0F14-74E8-02AE73C84DA4}"/>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55317981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A0DDD-C73F-C2E9-1D24-8A58B4BF1A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98971E-5378-3173-0ADD-0645B94DE82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6065913-EDEE-01DF-0452-79529B0A4C0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882333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1CD0A2-6B27-087B-92AC-F93F438E28E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C511CBD-7E1A-7EEB-8126-51177033579C}"/>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64367461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E079E-AE1E-2C78-391F-0C71AEF700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2CBE1D6-F828-0199-361D-FD4E5A9B87F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1215007-B78D-AB60-97F1-4B63FCE8B8F5}"/>
              </a:ext>
            </a:extLst>
          </p:cNvPr>
          <p:cNvPicPr>
            <a:picLocks noChangeAspect="1"/>
          </p:cNvPicPr>
          <p:nvPr/>
        </p:nvPicPr>
        <p:blipFill>
          <a:blip r:embed="rId2"/>
          <a:stretch>
            <a:fillRect/>
          </a:stretch>
        </p:blipFill>
        <p:spPr>
          <a:xfrm>
            <a:off x="0" y="343243"/>
            <a:ext cx="12192000" cy="6514757"/>
          </a:xfrm>
          <a:prstGeom prst="rect">
            <a:avLst/>
          </a:prstGeom>
        </p:spPr>
      </p:pic>
    </p:spTree>
    <p:extLst>
      <p:ext uri="{BB962C8B-B14F-4D97-AF65-F5344CB8AC3E}">
        <p14:creationId xmlns:p14="http://schemas.microsoft.com/office/powerpoint/2010/main" val="13753281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010F8-5D51-177D-EED8-1A7660FD10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DE20F1-AD5A-4809-EB9C-94093A6FCE5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DA5968B-5C3D-A110-7633-25E3AA6F4A7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2307658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A61FB-F90F-F387-3B42-C952A9B46F3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975E50-07DA-568B-52D4-E14D99281CC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02EF8F2-F916-0B6B-8F62-A754F6B74F7A}"/>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76646963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F906389-974D-3BC8-2923-FAE858B3618E}"/>
              </a:ext>
            </a:extLst>
          </p:cNvPr>
          <p:cNvSpPr txBox="1"/>
          <p:nvPr/>
        </p:nvSpPr>
        <p:spPr>
          <a:xfrm>
            <a:off x="297802" y="2123767"/>
            <a:ext cx="11363256" cy="1200329"/>
          </a:xfrm>
          <a:prstGeom prst="rect">
            <a:avLst/>
          </a:prstGeom>
          <a:noFill/>
        </p:spPr>
        <p:txBody>
          <a:bodyPr wrap="square" rtlCol="0">
            <a:spAutoFit/>
          </a:bodyPr>
          <a:lstStyle/>
          <a:p>
            <a:r>
              <a:rPr lang="en-US" sz="7200" b="1" dirty="0">
                <a:latin typeface="Abadi" panose="020B0604020104020204" pitchFamily="34" charset="0"/>
                <a:cs typeface="Arial" panose="020B0604020202020204" pitchFamily="34" charset="0"/>
              </a:rPr>
              <a:t>PRACTICE QUESTIONS</a:t>
            </a:r>
          </a:p>
        </p:txBody>
      </p:sp>
    </p:spTree>
    <p:extLst>
      <p:ext uri="{BB962C8B-B14F-4D97-AF65-F5344CB8AC3E}">
        <p14:creationId xmlns:p14="http://schemas.microsoft.com/office/powerpoint/2010/main" val="326010599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E602DC-D707-C05B-8301-4CD4EA42744D}"/>
              </a:ext>
            </a:extLst>
          </p:cNvPr>
          <p:cNvPicPr>
            <a:picLocks noChangeAspect="1"/>
          </p:cNvPicPr>
          <p:nvPr/>
        </p:nvPicPr>
        <p:blipFill>
          <a:blip r:embed="rId2"/>
          <a:stretch>
            <a:fillRect/>
          </a:stretch>
        </p:blipFill>
        <p:spPr>
          <a:xfrm>
            <a:off x="0" y="355136"/>
            <a:ext cx="8545118" cy="2860013"/>
          </a:xfrm>
          <a:prstGeom prst="rect">
            <a:avLst/>
          </a:prstGeom>
        </p:spPr>
      </p:pic>
      <p:pic>
        <p:nvPicPr>
          <p:cNvPr id="7" name="Picture 6">
            <a:extLst>
              <a:ext uri="{FF2B5EF4-FFF2-40B4-BE49-F238E27FC236}">
                <a16:creationId xmlns:a16="http://schemas.microsoft.com/office/drawing/2014/main" id="{758ABCA2-0E51-DC76-0087-B12B5B15DAF6}"/>
              </a:ext>
            </a:extLst>
          </p:cNvPr>
          <p:cNvPicPr>
            <a:picLocks noChangeAspect="1"/>
          </p:cNvPicPr>
          <p:nvPr/>
        </p:nvPicPr>
        <p:blipFill>
          <a:blip r:embed="rId3"/>
          <a:stretch>
            <a:fillRect/>
          </a:stretch>
        </p:blipFill>
        <p:spPr>
          <a:xfrm>
            <a:off x="5418780" y="3146323"/>
            <a:ext cx="6773220" cy="3591426"/>
          </a:xfrm>
          <a:prstGeom prst="rect">
            <a:avLst/>
          </a:prstGeom>
        </p:spPr>
      </p:pic>
      <p:pic>
        <p:nvPicPr>
          <p:cNvPr id="9" name="Picture 8">
            <a:extLst>
              <a:ext uri="{FF2B5EF4-FFF2-40B4-BE49-F238E27FC236}">
                <a16:creationId xmlns:a16="http://schemas.microsoft.com/office/drawing/2014/main" id="{ED8ADF45-CFA3-9D7A-79E1-25F0F20F71F6}"/>
              </a:ext>
            </a:extLst>
          </p:cNvPr>
          <p:cNvPicPr>
            <a:picLocks noChangeAspect="1"/>
          </p:cNvPicPr>
          <p:nvPr/>
        </p:nvPicPr>
        <p:blipFill>
          <a:blip r:embed="rId4"/>
          <a:stretch>
            <a:fillRect/>
          </a:stretch>
        </p:blipFill>
        <p:spPr>
          <a:xfrm>
            <a:off x="288593" y="0"/>
            <a:ext cx="3277057" cy="533474"/>
          </a:xfrm>
          <a:prstGeom prst="rect">
            <a:avLst/>
          </a:prstGeom>
        </p:spPr>
      </p:pic>
    </p:spTree>
    <p:extLst>
      <p:ext uri="{BB962C8B-B14F-4D97-AF65-F5344CB8AC3E}">
        <p14:creationId xmlns:p14="http://schemas.microsoft.com/office/powerpoint/2010/main" val="409498125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5B5CF6-52B6-8C9E-0BDC-092204C40F3A}"/>
              </a:ext>
            </a:extLst>
          </p:cNvPr>
          <p:cNvPicPr>
            <a:picLocks noChangeAspect="1"/>
          </p:cNvPicPr>
          <p:nvPr/>
        </p:nvPicPr>
        <p:blipFill>
          <a:blip r:embed="rId2"/>
          <a:stretch>
            <a:fillRect/>
          </a:stretch>
        </p:blipFill>
        <p:spPr>
          <a:xfrm>
            <a:off x="141993" y="349896"/>
            <a:ext cx="8230749" cy="5410955"/>
          </a:xfrm>
          <a:prstGeom prst="rect">
            <a:avLst/>
          </a:prstGeom>
        </p:spPr>
      </p:pic>
    </p:spTree>
    <p:extLst>
      <p:ext uri="{BB962C8B-B14F-4D97-AF65-F5344CB8AC3E}">
        <p14:creationId xmlns:p14="http://schemas.microsoft.com/office/powerpoint/2010/main" val="326937012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56CC25-3AFC-3C18-4351-A40D734CC645}"/>
              </a:ext>
            </a:extLst>
          </p:cNvPr>
          <p:cNvPicPr>
            <a:picLocks noChangeAspect="1"/>
          </p:cNvPicPr>
          <p:nvPr/>
        </p:nvPicPr>
        <p:blipFill>
          <a:blip r:embed="rId2"/>
          <a:stretch>
            <a:fillRect/>
          </a:stretch>
        </p:blipFill>
        <p:spPr>
          <a:xfrm>
            <a:off x="721178" y="813057"/>
            <a:ext cx="8173591" cy="3857265"/>
          </a:xfrm>
          <a:prstGeom prst="rect">
            <a:avLst/>
          </a:prstGeom>
        </p:spPr>
      </p:pic>
    </p:spTree>
    <p:extLst>
      <p:ext uri="{BB962C8B-B14F-4D97-AF65-F5344CB8AC3E}">
        <p14:creationId xmlns:p14="http://schemas.microsoft.com/office/powerpoint/2010/main" val="407568156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2162F9-F10A-8E7F-67E2-81ED2DCFDB37}"/>
              </a:ext>
            </a:extLst>
          </p:cNvPr>
          <p:cNvPicPr>
            <a:picLocks noChangeAspect="1"/>
          </p:cNvPicPr>
          <p:nvPr/>
        </p:nvPicPr>
        <p:blipFill>
          <a:blip r:embed="rId2"/>
          <a:stretch>
            <a:fillRect/>
          </a:stretch>
        </p:blipFill>
        <p:spPr>
          <a:xfrm>
            <a:off x="298217" y="548326"/>
            <a:ext cx="8468907" cy="1848108"/>
          </a:xfrm>
          <a:prstGeom prst="rect">
            <a:avLst/>
          </a:prstGeom>
        </p:spPr>
      </p:pic>
      <p:pic>
        <p:nvPicPr>
          <p:cNvPr id="8" name="Picture 7">
            <a:extLst>
              <a:ext uri="{FF2B5EF4-FFF2-40B4-BE49-F238E27FC236}">
                <a16:creationId xmlns:a16="http://schemas.microsoft.com/office/drawing/2014/main" id="{55487415-8838-CCFF-82C9-EC7E2C3C15BC}"/>
              </a:ext>
            </a:extLst>
          </p:cNvPr>
          <p:cNvPicPr>
            <a:picLocks noChangeAspect="1"/>
          </p:cNvPicPr>
          <p:nvPr/>
        </p:nvPicPr>
        <p:blipFill>
          <a:blip r:embed="rId3"/>
          <a:stretch>
            <a:fillRect/>
          </a:stretch>
        </p:blipFill>
        <p:spPr>
          <a:xfrm>
            <a:off x="159028" y="2916677"/>
            <a:ext cx="4086795" cy="1771897"/>
          </a:xfrm>
          <a:prstGeom prst="rect">
            <a:avLst/>
          </a:prstGeom>
        </p:spPr>
      </p:pic>
      <p:pic>
        <p:nvPicPr>
          <p:cNvPr id="10" name="Picture 9">
            <a:extLst>
              <a:ext uri="{FF2B5EF4-FFF2-40B4-BE49-F238E27FC236}">
                <a16:creationId xmlns:a16="http://schemas.microsoft.com/office/drawing/2014/main" id="{ACD9B5B1-448C-A339-B371-6A254415B152}"/>
              </a:ext>
            </a:extLst>
          </p:cNvPr>
          <p:cNvPicPr>
            <a:picLocks noChangeAspect="1"/>
          </p:cNvPicPr>
          <p:nvPr/>
        </p:nvPicPr>
        <p:blipFill>
          <a:blip r:embed="rId4"/>
          <a:stretch>
            <a:fillRect/>
          </a:stretch>
        </p:blipFill>
        <p:spPr>
          <a:xfrm>
            <a:off x="4245823" y="2916677"/>
            <a:ext cx="5477639" cy="1914792"/>
          </a:xfrm>
          <a:prstGeom prst="rect">
            <a:avLst/>
          </a:prstGeom>
        </p:spPr>
      </p:pic>
      <p:sp>
        <p:nvSpPr>
          <p:cNvPr id="12" name="TextBox 11">
            <a:extLst>
              <a:ext uri="{FF2B5EF4-FFF2-40B4-BE49-F238E27FC236}">
                <a16:creationId xmlns:a16="http://schemas.microsoft.com/office/drawing/2014/main" id="{36BD0C45-A4C1-9AFE-DFBA-83C8C1FFC815}"/>
              </a:ext>
            </a:extLst>
          </p:cNvPr>
          <p:cNvSpPr txBox="1"/>
          <p:nvPr/>
        </p:nvSpPr>
        <p:spPr>
          <a:xfrm>
            <a:off x="298217" y="96165"/>
            <a:ext cx="6096000" cy="384080"/>
          </a:xfrm>
          <a:prstGeom prst="rect">
            <a:avLst/>
          </a:prstGeom>
          <a:noFill/>
        </p:spPr>
        <p:txBody>
          <a:bodyPr wrap="square">
            <a:spAutoFit/>
          </a:bodyPr>
          <a:lstStyle/>
          <a:p>
            <a:pPr algn="l">
              <a:lnSpc>
                <a:spcPts val="2400"/>
              </a:lnSpc>
            </a:pPr>
            <a:r>
              <a:rPr lang="en-US" b="1" i="0" dirty="0">
                <a:solidFill>
                  <a:srgbClr val="1A202C"/>
                </a:solidFill>
                <a:effectLst/>
                <a:latin typeface="Kumbh Sans"/>
              </a:rPr>
              <a:t>Second Day Confirmation</a:t>
            </a:r>
          </a:p>
        </p:txBody>
      </p:sp>
    </p:spTree>
    <p:extLst>
      <p:ext uri="{BB962C8B-B14F-4D97-AF65-F5344CB8AC3E}">
        <p14:creationId xmlns:p14="http://schemas.microsoft.com/office/powerpoint/2010/main" val="267575716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E916D7-7D77-2298-383A-C545E2A62252}"/>
              </a:ext>
            </a:extLst>
          </p:cNvPr>
          <p:cNvPicPr>
            <a:picLocks noChangeAspect="1"/>
          </p:cNvPicPr>
          <p:nvPr/>
        </p:nvPicPr>
        <p:blipFill>
          <a:blip r:embed="rId2"/>
          <a:stretch>
            <a:fillRect/>
          </a:stretch>
        </p:blipFill>
        <p:spPr>
          <a:xfrm>
            <a:off x="979570" y="1196164"/>
            <a:ext cx="8345065" cy="2086266"/>
          </a:xfrm>
          <a:prstGeom prst="rect">
            <a:avLst/>
          </a:prstGeom>
        </p:spPr>
      </p:pic>
      <p:pic>
        <p:nvPicPr>
          <p:cNvPr id="7" name="Picture 6">
            <a:extLst>
              <a:ext uri="{FF2B5EF4-FFF2-40B4-BE49-F238E27FC236}">
                <a16:creationId xmlns:a16="http://schemas.microsoft.com/office/drawing/2014/main" id="{538F0D63-DE9B-9D97-1D83-8D6B9E99C408}"/>
              </a:ext>
            </a:extLst>
          </p:cNvPr>
          <p:cNvPicPr>
            <a:picLocks noChangeAspect="1"/>
          </p:cNvPicPr>
          <p:nvPr/>
        </p:nvPicPr>
        <p:blipFill>
          <a:blip r:embed="rId3"/>
          <a:stretch>
            <a:fillRect/>
          </a:stretch>
        </p:blipFill>
        <p:spPr>
          <a:xfrm>
            <a:off x="769146" y="587609"/>
            <a:ext cx="1057423" cy="314369"/>
          </a:xfrm>
          <a:prstGeom prst="rect">
            <a:avLst/>
          </a:prstGeom>
        </p:spPr>
      </p:pic>
    </p:spTree>
    <p:extLst>
      <p:ext uri="{BB962C8B-B14F-4D97-AF65-F5344CB8AC3E}">
        <p14:creationId xmlns:p14="http://schemas.microsoft.com/office/powerpoint/2010/main" val="3413099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01B3F5-E5CF-1D90-2F42-C98900E7F7F0}"/>
              </a:ext>
            </a:extLst>
          </p:cNvPr>
          <p:cNvPicPr>
            <a:picLocks noChangeAspect="1"/>
          </p:cNvPicPr>
          <p:nvPr/>
        </p:nvPicPr>
        <p:blipFill>
          <a:blip r:embed="rId2"/>
          <a:stretch>
            <a:fillRect/>
          </a:stretch>
        </p:blipFill>
        <p:spPr>
          <a:xfrm>
            <a:off x="137652" y="174181"/>
            <a:ext cx="12192000" cy="4739831"/>
          </a:xfrm>
          <a:prstGeom prst="rect">
            <a:avLst/>
          </a:prstGeom>
        </p:spPr>
      </p:pic>
    </p:spTree>
    <p:extLst>
      <p:ext uri="{BB962C8B-B14F-4D97-AF65-F5344CB8AC3E}">
        <p14:creationId xmlns:p14="http://schemas.microsoft.com/office/powerpoint/2010/main" val="336199844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FBBEDB-8FBF-0036-E2EE-7937D39899BC}"/>
              </a:ext>
            </a:extLst>
          </p:cNvPr>
          <p:cNvPicPr>
            <a:picLocks noChangeAspect="1"/>
          </p:cNvPicPr>
          <p:nvPr/>
        </p:nvPicPr>
        <p:blipFill>
          <a:blip r:embed="rId2"/>
          <a:stretch>
            <a:fillRect/>
          </a:stretch>
        </p:blipFill>
        <p:spPr>
          <a:xfrm>
            <a:off x="98075" y="420426"/>
            <a:ext cx="7944959" cy="5210902"/>
          </a:xfrm>
          <a:prstGeom prst="rect">
            <a:avLst/>
          </a:prstGeom>
        </p:spPr>
      </p:pic>
      <p:pic>
        <p:nvPicPr>
          <p:cNvPr id="7" name="Picture 6">
            <a:extLst>
              <a:ext uri="{FF2B5EF4-FFF2-40B4-BE49-F238E27FC236}">
                <a16:creationId xmlns:a16="http://schemas.microsoft.com/office/drawing/2014/main" id="{85DCB13A-77C7-F874-8F12-61118F89CF38}"/>
              </a:ext>
            </a:extLst>
          </p:cNvPr>
          <p:cNvPicPr>
            <a:picLocks noChangeAspect="1"/>
          </p:cNvPicPr>
          <p:nvPr/>
        </p:nvPicPr>
        <p:blipFill>
          <a:blip r:embed="rId3"/>
          <a:stretch>
            <a:fillRect/>
          </a:stretch>
        </p:blipFill>
        <p:spPr>
          <a:xfrm>
            <a:off x="8043035" y="2636305"/>
            <a:ext cx="4148966" cy="1762371"/>
          </a:xfrm>
          <a:prstGeom prst="rect">
            <a:avLst/>
          </a:prstGeom>
        </p:spPr>
      </p:pic>
    </p:spTree>
    <p:extLst>
      <p:ext uri="{BB962C8B-B14F-4D97-AF65-F5344CB8AC3E}">
        <p14:creationId xmlns:p14="http://schemas.microsoft.com/office/powerpoint/2010/main" val="346909497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D3EE7F2-0121-E262-AE57-02AD7517714B}"/>
              </a:ext>
            </a:extLst>
          </p:cNvPr>
          <p:cNvPicPr>
            <a:picLocks noChangeAspect="1"/>
          </p:cNvPicPr>
          <p:nvPr/>
        </p:nvPicPr>
        <p:blipFill>
          <a:blip r:embed="rId2"/>
          <a:stretch>
            <a:fillRect/>
          </a:stretch>
        </p:blipFill>
        <p:spPr>
          <a:xfrm>
            <a:off x="245983" y="184014"/>
            <a:ext cx="11946017" cy="4877481"/>
          </a:xfrm>
          <a:prstGeom prst="rect">
            <a:avLst/>
          </a:prstGeom>
        </p:spPr>
      </p:pic>
    </p:spTree>
    <p:extLst>
      <p:ext uri="{BB962C8B-B14F-4D97-AF65-F5344CB8AC3E}">
        <p14:creationId xmlns:p14="http://schemas.microsoft.com/office/powerpoint/2010/main" val="242024394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9C3A6B-7126-88FB-EC2C-3F768B660940}"/>
              </a:ext>
            </a:extLst>
          </p:cNvPr>
          <p:cNvPicPr>
            <a:picLocks noChangeAspect="1"/>
          </p:cNvPicPr>
          <p:nvPr/>
        </p:nvPicPr>
        <p:blipFill>
          <a:blip r:embed="rId2"/>
          <a:stretch>
            <a:fillRect/>
          </a:stretch>
        </p:blipFill>
        <p:spPr>
          <a:xfrm>
            <a:off x="93363" y="516386"/>
            <a:ext cx="11631648" cy="3839111"/>
          </a:xfrm>
          <a:prstGeom prst="rect">
            <a:avLst/>
          </a:prstGeom>
        </p:spPr>
      </p:pic>
      <p:sp>
        <p:nvSpPr>
          <p:cNvPr id="7" name="TextBox 6">
            <a:extLst>
              <a:ext uri="{FF2B5EF4-FFF2-40B4-BE49-F238E27FC236}">
                <a16:creationId xmlns:a16="http://schemas.microsoft.com/office/drawing/2014/main" id="{EF329EEA-1326-5E70-1952-AADE0A2D7B99}"/>
              </a:ext>
            </a:extLst>
          </p:cNvPr>
          <p:cNvSpPr txBox="1"/>
          <p:nvPr/>
        </p:nvSpPr>
        <p:spPr>
          <a:xfrm>
            <a:off x="599768" y="147054"/>
            <a:ext cx="6096000" cy="369332"/>
          </a:xfrm>
          <a:prstGeom prst="rect">
            <a:avLst/>
          </a:prstGeom>
          <a:noFill/>
        </p:spPr>
        <p:txBody>
          <a:bodyPr wrap="square">
            <a:spAutoFit/>
          </a:bodyPr>
          <a:lstStyle/>
          <a:p>
            <a:pPr algn="l">
              <a:spcBef>
                <a:spcPts val="1050"/>
              </a:spcBef>
              <a:spcAft>
                <a:spcPts val="600"/>
              </a:spcAft>
            </a:pPr>
            <a:r>
              <a:rPr lang="en-US" b="1" i="0" dirty="0">
                <a:effectLst/>
                <a:latin typeface="Kumbh Sans"/>
              </a:rPr>
              <a:t>Answer:</a:t>
            </a:r>
          </a:p>
        </p:txBody>
      </p:sp>
      <p:pic>
        <p:nvPicPr>
          <p:cNvPr id="9" name="Picture 8">
            <a:extLst>
              <a:ext uri="{FF2B5EF4-FFF2-40B4-BE49-F238E27FC236}">
                <a16:creationId xmlns:a16="http://schemas.microsoft.com/office/drawing/2014/main" id="{CADF220A-B58A-BD78-C36B-1C283745636B}"/>
              </a:ext>
            </a:extLst>
          </p:cNvPr>
          <p:cNvPicPr>
            <a:picLocks noChangeAspect="1"/>
          </p:cNvPicPr>
          <p:nvPr/>
        </p:nvPicPr>
        <p:blipFill>
          <a:blip r:embed="rId3"/>
          <a:stretch>
            <a:fillRect/>
          </a:stretch>
        </p:blipFill>
        <p:spPr>
          <a:xfrm>
            <a:off x="6590319" y="4355497"/>
            <a:ext cx="5134692" cy="2505425"/>
          </a:xfrm>
          <a:prstGeom prst="rect">
            <a:avLst/>
          </a:prstGeom>
        </p:spPr>
      </p:pic>
    </p:spTree>
    <p:extLst>
      <p:ext uri="{BB962C8B-B14F-4D97-AF65-F5344CB8AC3E}">
        <p14:creationId xmlns:p14="http://schemas.microsoft.com/office/powerpoint/2010/main" val="87289367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E708AB-3F86-1A76-F4FD-58894D8A4C72}"/>
              </a:ext>
            </a:extLst>
          </p:cNvPr>
          <p:cNvPicPr>
            <a:picLocks noChangeAspect="1"/>
          </p:cNvPicPr>
          <p:nvPr/>
        </p:nvPicPr>
        <p:blipFill>
          <a:blip r:embed="rId2"/>
          <a:stretch>
            <a:fillRect/>
          </a:stretch>
        </p:blipFill>
        <p:spPr>
          <a:xfrm>
            <a:off x="0" y="438939"/>
            <a:ext cx="12192000" cy="3148432"/>
          </a:xfrm>
          <a:prstGeom prst="rect">
            <a:avLst/>
          </a:prstGeom>
        </p:spPr>
      </p:pic>
      <p:pic>
        <p:nvPicPr>
          <p:cNvPr id="7" name="Picture 6">
            <a:extLst>
              <a:ext uri="{FF2B5EF4-FFF2-40B4-BE49-F238E27FC236}">
                <a16:creationId xmlns:a16="http://schemas.microsoft.com/office/drawing/2014/main" id="{0C8F41F4-F19F-9F53-43A1-6D1BB2B05D9C}"/>
              </a:ext>
            </a:extLst>
          </p:cNvPr>
          <p:cNvPicPr>
            <a:picLocks noChangeAspect="1"/>
          </p:cNvPicPr>
          <p:nvPr/>
        </p:nvPicPr>
        <p:blipFill>
          <a:blip r:embed="rId3"/>
          <a:stretch>
            <a:fillRect/>
          </a:stretch>
        </p:blipFill>
        <p:spPr>
          <a:xfrm>
            <a:off x="522957" y="3716238"/>
            <a:ext cx="6544588" cy="2886478"/>
          </a:xfrm>
          <a:prstGeom prst="rect">
            <a:avLst/>
          </a:prstGeom>
        </p:spPr>
      </p:pic>
    </p:spTree>
    <p:extLst>
      <p:ext uri="{BB962C8B-B14F-4D97-AF65-F5344CB8AC3E}">
        <p14:creationId xmlns:p14="http://schemas.microsoft.com/office/powerpoint/2010/main" val="235008342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7271CA-CC99-F35B-702D-3E4B8696CD2E}"/>
              </a:ext>
            </a:extLst>
          </p:cNvPr>
          <p:cNvPicPr>
            <a:picLocks noChangeAspect="1"/>
          </p:cNvPicPr>
          <p:nvPr/>
        </p:nvPicPr>
        <p:blipFill>
          <a:blip r:embed="rId2"/>
          <a:stretch>
            <a:fillRect/>
          </a:stretch>
        </p:blipFill>
        <p:spPr>
          <a:xfrm>
            <a:off x="88490" y="186813"/>
            <a:ext cx="6725265" cy="6449962"/>
          </a:xfrm>
          <a:prstGeom prst="rect">
            <a:avLst/>
          </a:prstGeom>
        </p:spPr>
      </p:pic>
    </p:spTree>
    <p:extLst>
      <p:ext uri="{BB962C8B-B14F-4D97-AF65-F5344CB8AC3E}">
        <p14:creationId xmlns:p14="http://schemas.microsoft.com/office/powerpoint/2010/main" val="397089254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0A8177-6B34-3FAF-05D4-F0E241A69456}"/>
              </a:ext>
            </a:extLst>
          </p:cNvPr>
          <p:cNvPicPr>
            <a:picLocks noChangeAspect="1"/>
          </p:cNvPicPr>
          <p:nvPr/>
        </p:nvPicPr>
        <p:blipFill>
          <a:blip r:embed="rId2"/>
          <a:stretch>
            <a:fillRect/>
          </a:stretch>
        </p:blipFill>
        <p:spPr>
          <a:xfrm>
            <a:off x="360137" y="975970"/>
            <a:ext cx="8345065" cy="790685"/>
          </a:xfrm>
          <a:prstGeom prst="rect">
            <a:avLst/>
          </a:prstGeom>
        </p:spPr>
      </p:pic>
      <p:pic>
        <p:nvPicPr>
          <p:cNvPr id="7" name="Picture 6">
            <a:extLst>
              <a:ext uri="{FF2B5EF4-FFF2-40B4-BE49-F238E27FC236}">
                <a16:creationId xmlns:a16="http://schemas.microsoft.com/office/drawing/2014/main" id="{7F595635-D871-76E3-055B-51711F2E6FCE}"/>
              </a:ext>
            </a:extLst>
          </p:cNvPr>
          <p:cNvPicPr>
            <a:picLocks noChangeAspect="1"/>
          </p:cNvPicPr>
          <p:nvPr/>
        </p:nvPicPr>
        <p:blipFill>
          <a:blip r:embed="rId3"/>
          <a:stretch>
            <a:fillRect/>
          </a:stretch>
        </p:blipFill>
        <p:spPr>
          <a:xfrm>
            <a:off x="445875" y="185106"/>
            <a:ext cx="4086795" cy="523948"/>
          </a:xfrm>
          <a:prstGeom prst="rect">
            <a:avLst/>
          </a:prstGeom>
        </p:spPr>
      </p:pic>
      <p:pic>
        <p:nvPicPr>
          <p:cNvPr id="9" name="Picture 8">
            <a:extLst>
              <a:ext uri="{FF2B5EF4-FFF2-40B4-BE49-F238E27FC236}">
                <a16:creationId xmlns:a16="http://schemas.microsoft.com/office/drawing/2014/main" id="{FC4FCBEB-F51D-DAF9-7197-DC5D9A724CF9}"/>
              </a:ext>
            </a:extLst>
          </p:cNvPr>
          <p:cNvPicPr>
            <a:picLocks noChangeAspect="1"/>
          </p:cNvPicPr>
          <p:nvPr/>
        </p:nvPicPr>
        <p:blipFill>
          <a:blip r:embed="rId4"/>
          <a:stretch>
            <a:fillRect/>
          </a:stretch>
        </p:blipFill>
        <p:spPr>
          <a:xfrm>
            <a:off x="0" y="2033572"/>
            <a:ext cx="6754168" cy="4639322"/>
          </a:xfrm>
          <a:prstGeom prst="rect">
            <a:avLst/>
          </a:prstGeom>
        </p:spPr>
      </p:pic>
      <p:pic>
        <p:nvPicPr>
          <p:cNvPr id="11" name="Picture 10">
            <a:extLst>
              <a:ext uri="{FF2B5EF4-FFF2-40B4-BE49-F238E27FC236}">
                <a16:creationId xmlns:a16="http://schemas.microsoft.com/office/drawing/2014/main" id="{65E9C08D-6523-4DC4-D982-54371D3BB4FD}"/>
              </a:ext>
            </a:extLst>
          </p:cNvPr>
          <p:cNvPicPr>
            <a:picLocks noChangeAspect="1"/>
          </p:cNvPicPr>
          <p:nvPr/>
        </p:nvPicPr>
        <p:blipFill>
          <a:blip r:embed="rId5"/>
          <a:stretch>
            <a:fillRect/>
          </a:stretch>
        </p:blipFill>
        <p:spPr>
          <a:xfrm>
            <a:off x="6361614" y="2033572"/>
            <a:ext cx="5702567" cy="4705690"/>
          </a:xfrm>
          <a:prstGeom prst="rect">
            <a:avLst/>
          </a:prstGeom>
        </p:spPr>
      </p:pic>
    </p:spTree>
    <p:extLst>
      <p:ext uri="{BB962C8B-B14F-4D97-AF65-F5344CB8AC3E}">
        <p14:creationId xmlns:p14="http://schemas.microsoft.com/office/powerpoint/2010/main" val="295637965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11538A1-9B39-5850-A7FC-36BE602EF3DF}"/>
              </a:ext>
            </a:extLst>
          </p:cNvPr>
          <p:cNvSpPr>
            <a:spLocks noChangeArrowheads="1"/>
          </p:cNvSpPr>
          <p:nvPr/>
        </p:nvSpPr>
        <p:spPr bwMode="auto">
          <a:xfrm>
            <a:off x="551325" y="571367"/>
            <a:ext cx="10873041" cy="3252108"/>
          </a:xfrm>
          <a:prstGeom prst="rect">
            <a:avLst/>
          </a:prstGeom>
          <a:solidFill>
            <a:srgbClr val="FCFC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01568"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ui-sans-serif"/>
              </a:rPr>
              <a:t>Amazon Web Services (AWS) is powered by fleets of servers. Senior management has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ui-sans-serif"/>
              </a:rPr>
              <a:t>requested data-driven solutions to optimize server usage.</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ui-sans-serif"/>
              </a:rPr>
              <a:t>Write a query that calculates the total time that the fleet of servers was running.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ui-sans-serif"/>
              </a:rPr>
              <a:t>The output should be in units of </a:t>
            </a:r>
            <a:r>
              <a:rPr kumimoji="0" lang="en-US" altLang="en-US" sz="2000" b="1" i="0" u="none" strike="noStrike" cap="none" normalizeH="0" baseline="0" dirty="0">
                <a:ln>
                  <a:noFill/>
                </a:ln>
                <a:solidFill>
                  <a:schemeClr val="tx1"/>
                </a:solidFill>
                <a:effectLst/>
                <a:latin typeface="ui-sans-serif"/>
              </a:rPr>
              <a:t>full days</a:t>
            </a:r>
            <a:r>
              <a:rPr kumimoji="0" lang="en-US" altLang="en-US" sz="2000" b="0" i="0" u="none" strike="noStrike" cap="none" normalizeH="0" baseline="0" dirty="0">
                <a:ln>
                  <a:noFill/>
                </a:ln>
                <a:solidFill>
                  <a:schemeClr val="tx1"/>
                </a:solidFill>
                <a:effectLst/>
                <a:latin typeface="ui-sans-serif"/>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ui-sans-serif"/>
              </a:rPr>
              <a:t>Assumptions:</a:t>
            </a:r>
            <a:endParaRPr kumimoji="0" lang="en-US"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ui-sans-serif"/>
              </a:rPr>
              <a:t>Each server might start and stop several times.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ui-sans-serif"/>
              </a:rPr>
              <a:t>The total time in which the server fleet is running can be calculated as the sum of each server's uptime.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var(--chakra-fonts-code)"/>
              </a:rPr>
              <a:t>server_utilization</a:t>
            </a:r>
            <a:r>
              <a:rPr kumimoji="0" lang="en-US" altLang="en-US" sz="2000" b="1" i="0" u="none" strike="noStrike" cap="none" normalizeH="0" baseline="0" dirty="0">
                <a:ln>
                  <a:noFill/>
                </a:ln>
                <a:solidFill>
                  <a:schemeClr val="tx1"/>
                </a:solidFill>
                <a:effectLst/>
                <a:latin typeface="Kumbh Sans"/>
              </a:rPr>
              <a:t>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92F31184-6148-83D7-5076-050184105E71}"/>
              </a:ext>
            </a:extLst>
          </p:cNvPr>
          <p:cNvPicPr>
            <a:picLocks noChangeAspect="1"/>
          </p:cNvPicPr>
          <p:nvPr/>
        </p:nvPicPr>
        <p:blipFill>
          <a:blip r:embed="rId2"/>
          <a:stretch>
            <a:fillRect/>
          </a:stretch>
        </p:blipFill>
        <p:spPr>
          <a:xfrm>
            <a:off x="6204155" y="3823475"/>
            <a:ext cx="4706007" cy="2829320"/>
          </a:xfrm>
          <a:prstGeom prst="rect">
            <a:avLst/>
          </a:prstGeom>
        </p:spPr>
      </p:pic>
      <p:pic>
        <p:nvPicPr>
          <p:cNvPr id="10" name="Picture 9">
            <a:extLst>
              <a:ext uri="{FF2B5EF4-FFF2-40B4-BE49-F238E27FC236}">
                <a16:creationId xmlns:a16="http://schemas.microsoft.com/office/drawing/2014/main" id="{41D017FD-BCC0-CF09-05DE-AD64AE932991}"/>
              </a:ext>
            </a:extLst>
          </p:cNvPr>
          <p:cNvPicPr>
            <a:picLocks noChangeAspect="1"/>
          </p:cNvPicPr>
          <p:nvPr/>
        </p:nvPicPr>
        <p:blipFill>
          <a:blip r:embed="rId3"/>
          <a:stretch>
            <a:fillRect/>
          </a:stretch>
        </p:blipFill>
        <p:spPr>
          <a:xfrm>
            <a:off x="452284" y="4372107"/>
            <a:ext cx="4372585" cy="1886213"/>
          </a:xfrm>
          <a:prstGeom prst="rect">
            <a:avLst/>
          </a:prstGeom>
        </p:spPr>
      </p:pic>
      <p:sp>
        <p:nvSpPr>
          <p:cNvPr id="12" name="TextBox 11">
            <a:extLst>
              <a:ext uri="{FF2B5EF4-FFF2-40B4-BE49-F238E27FC236}">
                <a16:creationId xmlns:a16="http://schemas.microsoft.com/office/drawing/2014/main" id="{666996FE-7DA8-160E-47B0-31ADAADE0013}"/>
              </a:ext>
            </a:extLst>
          </p:cNvPr>
          <p:cNvSpPr txBox="1"/>
          <p:nvPr/>
        </p:nvSpPr>
        <p:spPr>
          <a:xfrm>
            <a:off x="551325" y="105011"/>
            <a:ext cx="6096000" cy="384080"/>
          </a:xfrm>
          <a:prstGeom prst="rect">
            <a:avLst/>
          </a:prstGeom>
          <a:noFill/>
        </p:spPr>
        <p:txBody>
          <a:bodyPr wrap="square">
            <a:spAutoFit/>
          </a:bodyPr>
          <a:lstStyle/>
          <a:p>
            <a:pPr algn="l">
              <a:lnSpc>
                <a:spcPts val="2400"/>
              </a:lnSpc>
            </a:pPr>
            <a:r>
              <a:rPr lang="en-US" b="1" i="0" dirty="0">
                <a:solidFill>
                  <a:srgbClr val="1A202C"/>
                </a:solidFill>
                <a:effectLst/>
                <a:latin typeface="Kumbh Sans"/>
              </a:rPr>
              <a:t>Server Utilization Time</a:t>
            </a:r>
          </a:p>
        </p:txBody>
      </p:sp>
    </p:spTree>
    <p:extLst>
      <p:ext uri="{BB962C8B-B14F-4D97-AF65-F5344CB8AC3E}">
        <p14:creationId xmlns:p14="http://schemas.microsoft.com/office/powerpoint/2010/main" val="41093653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0D04BE-D8A7-D514-0E0C-43B4850851E6}"/>
              </a:ext>
            </a:extLst>
          </p:cNvPr>
          <p:cNvPicPr>
            <a:picLocks noChangeAspect="1"/>
          </p:cNvPicPr>
          <p:nvPr/>
        </p:nvPicPr>
        <p:blipFill>
          <a:blip r:embed="rId2"/>
          <a:stretch>
            <a:fillRect/>
          </a:stretch>
        </p:blipFill>
        <p:spPr>
          <a:xfrm>
            <a:off x="1856783" y="566338"/>
            <a:ext cx="8478433" cy="5725324"/>
          </a:xfrm>
          <a:prstGeom prst="rect">
            <a:avLst/>
          </a:prstGeom>
        </p:spPr>
      </p:pic>
    </p:spTree>
    <p:extLst>
      <p:ext uri="{BB962C8B-B14F-4D97-AF65-F5344CB8AC3E}">
        <p14:creationId xmlns:p14="http://schemas.microsoft.com/office/powerpoint/2010/main" val="225464805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9043DF3-185B-2384-33E7-CBE804F5DAB4}"/>
              </a:ext>
            </a:extLst>
          </p:cNvPr>
          <p:cNvSpPr txBox="1"/>
          <p:nvPr/>
        </p:nvSpPr>
        <p:spPr>
          <a:xfrm>
            <a:off x="442451" y="801018"/>
            <a:ext cx="11090787" cy="1354217"/>
          </a:xfrm>
          <a:prstGeom prst="rect">
            <a:avLst/>
          </a:prstGeom>
          <a:noFill/>
        </p:spPr>
        <p:txBody>
          <a:bodyPr wrap="square">
            <a:spAutoFit/>
          </a:bodyPr>
          <a:lstStyle/>
          <a:p>
            <a:pPr algn="l">
              <a:spcAft>
                <a:spcPts val="1200"/>
              </a:spcAft>
            </a:pPr>
            <a:r>
              <a:rPr lang="en-US" b="0" i="0" dirty="0">
                <a:effectLst/>
                <a:latin typeface="ui-sans-serif"/>
              </a:rPr>
              <a:t>Imagine you're an HR analyst at a tech company tasked with analyzing employee salaries. Your manager is keen on understanding the pay distribution and asks you to determine the second highest salary among all employees.</a:t>
            </a:r>
          </a:p>
          <a:p>
            <a:pPr algn="l">
              <a:spcAft>
                <a:spcPts val="1200"/>
              </a:spcAft>
            </a:pPr>
            <a:r>
              <a:rPr lang="en-US" b="0" i="0" dirty="0">
                <a:effectLst/>
                <a:latin typeface="ui-sans-serif"/>
              </a:rPr>
              <a:t>It's possible that multiple employees may share the same second highest salary. In case of duplicate, display the salary only once.</a:t>
            </a:r>
          </a:p>
        </p:txBody>
      </p:sp>
      <p:pic>
        <p:nvPicPr>
          <p:cNvPr id="9" name="Picture 8">
            <a:extLst>
              <a:ext uri="{FF2B5EF4-FFF2-40B4-BE49-F238E27FC236}">
                <a16:creationId xmlns:a16="http://schemas.microsoft.com/office/drawing/2014/main" id="{EB433186-9B88-468F-30F3-CF52AECEF985}"/>
              </a:ext>
            </a:extLst>
          </p:cNvPr>
          <p:cNvPicPr>
            <a:picLocks noChangeAspect="1"/>
          </p:cNvPicPr>
          <p:nvPr/>
        </p:nvPicPr>
        <p:blipFill>
          <a:blip r:embed="rId2"/>
          <a:stretch>
            <a:fillRect/>
          </a:stretch>
        </p:blipFill>
        <p:spPr>
          <a:xfrm>
            <a:off x="226142" y="2155235"/>
            <a:ext cx="6668431" cy="2048161"/>
          </a:xfrm>
          <a:prstGeom prst="rect">
            <a:avLst/>
          </a:prstGeom>
        </p:spPr>
      </p:pic>
      <p:pic>
        <p:nvPicPr>
          <p:cNvPr id="11" name="Picture 10">
            <a:extLst>
              <a:ext uri="{FF2B5EF4-FFF2-40B4-BE49-F238E27FC236}">
                <a16:creationId xmlns:a16="http://schemas.microsoft.com/office/drawing/2014/main" id="{1D374E21-0E59-06AB-B0EC-B5731478286A}"/>
              </a:ext>
            </a:extLst>
          </p:cNvPr>
          <p:cNvPicPr>
            <a:picLocks noChangeAspect="1"/>
          </p:cNvPicPr>
          <p:nvPr/>
        </p:nvPicPr>
        <p:blipFill>
          <a:blip r:embed="rId3"/>
          <a:stretch>
            <a:fillRect/>
          </a:stretch>
        </p:blipFill>
        <p:spPr>
          <a:xfrm>
            <a:off x="309141" y="4386579"/>
            <a:ext cx="8230749" cy="2076740"/>
          </a:xfrm>
          <a:prstGeom prst="rect">
            <a:avLst/>
          </a:prstGeom>
        </p:spPr>
      </p:pic>
      <p:sp>
        <p:nvSpPr>
          <p:cNvPr id="13" name="TextBox 12">
            <a:extLst>
              <a:ext uri="{FF2B5EF4-FFF2-40B4-BE49-F238E27FC236}">
                <a16:creationId xmlns:a16="http://schemas.microsoft.com/office/drawing/2014/main" id="{09EF145A-0BA0-E274-D11D-7BDC949B3FBC}"/>
              </a:ext>
            </a:extLst>
          </p:cNvPr>
          <p:cNvSpPr txBox="1"/>
          <p:nvPr/>
        </p:nvSpPr>
        <p:spPr>
          <a:xfrm>
            <a:off x="798573" y="133307"/>
            <a:ext cx="6096000" cy="384080"/>
          </a:xfrm>
          <a:prstGeom prst="rect">
            <a:avLst/>
          </a:prstGeom>
          <a:noFill/>
        </p:spPr>
        <p:txBody>
          <a:bodyPr wrap="square">
            <a:spAutoFit/>
          </a:bodyPr>
          <a:lstStyle/>
          <a:p>
            <a:pPr algn="l">
              <a:lnSpc>
                <a:spcPts val="2400"/>
              </a:lnSpc>
            </a:pPr>
            <a:r>
              <a:rPr lang="en-US" b="1" i="0" dirty="0">
                <a:solidFill>
                  <a:srgbClr val="1A202C"/>
                </a:solidFill>
                <a:effectLst/>
                <a:latin typeface="Kumbh Sans"/>
              </a:rPr>
              <a:t>Second Highest Salary</a:t>
            </a:r>
          </a:p>
        </p:txBody>
      </p:sp>
    </p:spTree>
    <p:extLst>
      <p:ext uri="{BB962C8B-B14F-4D97-AF65-F5344CB8AC3E}">
        <p14:creationId xmlns:p14="http://schemas.microsoft.com/office/powerpoint/2010/main" val="18196866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9366774-FEE4-E5D5-D8A2-8150FFD7CA83}"/>
              </a:ext>
            </a:extLst>
          </p:cNvPr>
          <p:cNvPicPr>
            <a:picLocks noChangeAspect="1"/>
          </p:cNvPicPr>
          <p:nvPr/>
        </p:nvPicPr>
        <p:blipFill>
          <a:blip r:embed="rId2"/>
          <a:stretch>
            <a:fillRect/>
          </a:stretch>
        </p:blipFill>
        <p:spPr>
          <a:xfrm>
            <a:off x="1771046" y="1185549"/>
            <a:ext cx="8649907" cy="4486901"/>
          </a:xfrm>
          <a:prstGeom prst="rect">
            <a:avLst/>
          </a:prstGeom>
        </p:spPr>
      </p:pic>
      <p:sp>
        <p:nvSpPr>
          <p:cNvPr id="7" name="TextBox 6">
            <a:extLst>
              <a:ext uri="{FF2B5EF4-FFF2-40B4-BE49-F238E27FC236}">
                <a16:creationId xmlns:a16="http://schemas.microsoft.com/office/drawing/2014/main" id="{39D9A824-A1F8-4117-AB72-5F9D18548B26}"/>
              </a:ext>
            </a:extLst>
          </p:cNvPr>
          <p:cNvSpPr txBox="1"/>
          <p:nvPr/>
        </p:nvSpPr>
        <p:spPr>
          <a:xfrm>
            <a:off x="993058" y="289740"/>
            <a:ext cx="6096000" cy="384080"/>
          </a:xfrm>
          <a:prstGeom prst="rect">
            <a:avLst/>
          </a:prstGeom>
          <a:noFill/>
        </p:spPr>
        <p:txBody>
          <a:bodyPr wrap="square">
            <a:spAutoFit/>
          </a:bodyPr>
          <a:lstStyle/>
          <a:p>
            <a:pPr algn="l">
              <a:lnSpc>
                <a:spcPts val="2400"/>
              </a:lnSpc>
            </a:pPr>
            <a:r>
              <a:rPr lang="en-US" b="1" i="0" dirty="0">
                <a:solidFill>
                  <a:srgbClr val="1A202C"/>
                </a:solidFill>
                <a:effectLst/>
                <a:latin typeface="Kumbh Sans"/>
              </a:rPr>
              <a:t>Second Highest Salary</a:t>
            </a:r>
          </a:p>
        </p:txBody>
      </p:sp>
    </p:spTree>
    <p:extLst>
      <p:ext uri="{BB962C8B-B14F-4D97-AF65-F5344CB8AC3E}">
        <p14:creationId xmlns:p14="http://schemas.microsoft.com/office/powerpoint/2010/main" val="354848667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1946CD-271C-26D9-3FA0-9D00F7FF7DD8}"/>
              </a:ext>
            </a:extLst>
          </p:cNvPr>
          <p:cNvSpPr txBox="1"/>
          <p:nvPr/>
        </p:nvSpPr>
        <p:spPr>
          <a:xfrm>
            <a:off x="609600" y="1080304"/>
            <a:ext cx="9438968" cy="923330"/>
          </a:xfrm>
          <a:prstGeom prst="rect">
            <a:avLst/>
          </a:prstGeom>
          <a:noFill/>
        </p:spPr>
        <p:txBody>
          <a:bodyPr wrap="square">
            <a:spAutoFit/>
          </a:bodyPr>
          <a:lstStyle/>
          <a:p>
            <a:r>
              <a:rPr lang="en-US" b="0" i="0" dirty="0">
                <a:solidFill>
                  <a:srgbClr val="0A0A0A"/>
                </a:solidFill>
                <a:effectLst/>
                <a:latin typeface="ui-sans-serif"/>
              </a:rPr>
              <a:t>Assume you're given a table containing data on Amazon customers and their spending on products in different category, write a query to identify the top two highest-grossing products within each category in the year 2022. The output should include the category, product, and total spend.</a:t>
            </a:r>
            <a:endParaRPr lang="en-US" dirty="0"/>
          </a:p>
        </p:txBody>
      </p:sp>
      <p:pic>
        <p:nvPicPr>
          <p:cNvPr id="9" name="Picture 8">
            <a:extLst>
              <a:ext uri="{FF2B5EF4-FFF2-40B4-BE49-F238E27FC236}">
                <a16:creationId xmlns:a16="http://schemas.microsoft.com/office/drawing/2014/main" id="{FAA424BF-60D2-11CB-B92B-76703743C001}"/>
              </a:ext>
            </a:extLst>
          </p:cNvPr>
          <p:cNvPicPr>
            <a:picLocks noChangeAspect="1"/>
          </p:cNvPicPr>
          <p:nvPr/>
        </p:nvPicPr>
        <p:blipFill>
          <a:blip r:embed="rId2"/>
          <a:stretch>
            <a:fillRect/>
          </a:stretch>
        </p:blipFill>
        <p:spPr>
          <a:xfrm>
            <a:off x="222831" y="2279331"/>
            <a:ext cx="5611008" cy="3105583"/>
          </a:xfrm>
          <a:prstGeom prst="rect">
            <a:avLst/>
          </a:prstGeom>
        </p:spPr>
      </p:pic>
      <p:pic>
        <p:nvPicPr>
          <p:cNvPr id="11" name="Picture 10">
            <a:extLst>
              <a:ext uri="{FF2B5EF4-FFF2-40B4-BE49-F238E27FC236}">
                <a16:creationId xmlns:a16="http://schemas.microsoft.com/office/drawing/2014/main" id="{B6D74F02-B3D8-80F7-FEAA-F24F964F6395}"/>
              </a:ext>
            </a:extLst>
          </p:cNvPr>
          <p:cNvPicPr>
            <a:picLocks noChangeAspect="1"/>
          </p:cNvPicPr>
          <p:nvPr/>
        </p:nvPicPr>
        <p:blipFill>
          <a:blip r:embed="rId3"/>
          <a:stretch>
            <a:fillRect/>
          </a:stretch>
        </p:blipFill>
        <p:spPr>
          <a:xfrm>
            <a:off x="4161304" y="2441848"/>
            <a:ext cx="8030696" cy="3429479"/>
          </a:xfrm>
          <a:prstGeom prst="rect">
            <a:avLst/>
          </a:prstGeom>
        </p:spPr>
      </p:pic>
    </p:spTree>
    <p:extLst>
      <p:ext uri="{BB962C8B-B14F-4D97-AF65-F5344CB8AC3E}">
        <p14:creationId xmlns:p14="http://schemas.microsoft.com/office/powerpoint/2010/main" val="330029517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4838A51-E521-203C-1B08-184A65DE74FF}"/>
              </a:ext>
            </a:extLst>
          </p:cNvPr>
          <p:cNvPicPr>
            <a:picLocks noChangeAspect="1"/>
          </p:cNvPicPr>
          <p:nvPr/>
        </p:nvPicPr>
        <p:blipFill>
          <a:blip r:embed="rId2"/>
          <a:stretch>
            <a:fillRect/>
          </a:stretch>
        </p:blipFill>
        <p:spPr>
          <a:xfrm>
            <a:off x="219904" y="567693"/>
            <a:ext cx="5734850" cy="6115904"/>
          </a:xfrm>
          <a:prstGeom prst="rect">
            <a:avLst/>
          </a:prstGeom>
        </p:spPr>
      </p:pic>
      <p:pic>
        <p:nvPicPr>
          <p:cNvPr id="9" name="Picture 8">
            <a:extLst>
              <a:ext uri="{FF2B5EF4-FFF2-40B4-BE49-F238E27FC236}">
                <a16:creationId xmlns:a16="http://schemas.microsoft.com/office/drawing/2014/main" id="{7DF27C2E-FD7F-13DD-78D1-C7B7AFF7885E}"/>
              </a:ext>
            </a:extLst>
          </p:cNvPr>
          <p:cNvPicPr>
            <a:picLocks noChangeAspect="1"/>
          </p:cNvPicPr>
          <p:nvPr/>
        </p:nvPicPr>
        <p:blipFill>
          <a:blip r:embed="rId3"/>
          <a:stretch>
            <a:fillRect/>
          </a:stretch>
        </p:blipFill>
        <p:spPr>
          <a:xfrm>
            <a:off x="6528716" y="567693"/>
            <a:ext cx="5210902" cy="5866209"/>
          </a:xfrm>
          <a:prstGeom prst="rect">
            <a:avLst/>
          </a:prstGeom>
        </p:spPr>
      </p:pic>
      <p:pic>
        <p:nvPicPr>
          <p:cNvPr id="11" name="Picture 10">
            <a:extLst>
              <a:ext uri="{FF2B5EF4-FFF2-40B4-BE49-F238E27FC236}">
                <a16:creationId xmlns:a16="http://schemas.microsoft.com/office/drawing/2014/main" id="{131185D8-12D0-7961-411C-DCF9706FF9D7}"/>
              </a:ext>
            </a:extLst>
          </p:cNvPr>
          <p:cNvPicPr>
            <a:picLocks noChangeAspect="1"/>
          </p:cNvPicPr>
          <p:nvPr/>
        </p:nvPicPr>
        <p:blipFill>
          <a:blip r:embed="rId4"/>
          <a:stretch>
            <a:fillRect/>
          </a:stretch>
        </p:blipFill>
        <p:spPr>
          <a:xfrm>
            <a:off x="6528716" y="43045"/>
            <a:ext cx="2734057" cy="381053"/>
          </a:xfrm>
          <a:prstGeom prst="rect">
            <a:avLst/>
          </a:prstGeom>
        </p:spPr>
      </p:pic>
    </p:spTree>
    <p:extLst>
      <p:ext uri="{BB962C8B-B14F-4D97-AF65-F5344CB8AC3E}">
        <p14:creationId xmlns:p14="http://schemas.microsoft.com/office/powerpoint/2010/main" val="2144791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5367</TotalTime>
  <Words>773</Words>
  <Application>Microsoft Office PowerPoint</Application>
  <PresentationFormat>Widescreen</PresentationFormat>
  <Paragraphs>109</Paragraphs>
  <Slides>155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155</vt:i4>
      </vt:variant>
    </vt:vector>
  </HeadingPairs>
  <TitlesOfParts>
    <vt:vector size="168" baseType="lpstr">
      <vt:lpstr>Abadi</vt:lpstr>
      <vt:lpstr>Aharoni</vt:lpstr>
      <vt:lpstr>Aptos</vt:lpstr>
      <vt:lpstr>Aptos Display</vt:lpstr>
      <vt:lpstr>Arial</vt:lpstr>
      <vt:lpstr>Arial Unicode MS</vt:lpstr>
      <vt:lpstr>Courier New</vt:lpstr>
      <vt:lpstr>Kumbh Sans</vt:lpstr>
      <vt:lpstr>sohne</vt:lpstr>
      <vt:lpstr>source-serif-pro</vt:lpstr>
      <vt:lpstr>ui-sans-serif</vt:lpstr>
      <vt:lpstr>var(--chakra-fonts-code)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OFFSET AND FETCH</vt:lpstr>
      <vt:lpstr>PowerPoint Presentation</vt:lpstr>
      <vt:lpstr>PowerPoint Presentation</vt:lpstr>
      <vt:lpstr>PowerPoint Presentation</vt:lpstr>
      <vt:lpstr>PowerPoint Presentation</vt:lpstr>
      <vt:lpstr>PowerPoint Presentation</vt:lpstr>
      <vt:lpstr>PowerPoint Presentation</vt:lpstr>
      <vt:lpstr>DATES</vt:lpstr>
      <vt:lpstr>Filtering by Date</vt:lpstr>
      <vt:lpstr>Using Intervals for Queries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Group By Rules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S T</cp:lastModifiedBy>
  <cp:revision>5</cp:revision>
  <dcterms:created xsi:type="dcterms:W3CDTF">2025-01-14T18:28:08Z</dcterms:created>
  <dcterms:modified xsi:type="dcterms:W3CDTF">2026-02-15T22:33:23Z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eac4d50-75bc-43c1-99cf-b379349ca925_Enabled">
    <vt:lpwstr>true</vt:lpwstr>
  </property>
  <property fmtid="{D5CDD505-2E9C-101B-9397-08002B2CF9AE}" pid="3" name="MSIP_Label_3eac4d50-75bc-43c1-99cf-b379349ca925_SetDate">
    <vt:lpwstr>2025-01-14T18:33:02Z</vt:lpwstr>
  </property>
  <property fmtid="{D5CDD505-2E9C-101B-9397-08002B2CF9AE}" pid="4" name="MSIP_Label_3eac4d50-75bc-43c1-99cf-b379349ca925_Method">
    <vt:lpwstr>Standard</vt:lpwstr>
  </property>
  <property fmtid="{D5CDD505-2E9C-101B-9397-08002B2CF9AE}" pid="5" name="MSIP_Label_3eac4d50-75bc-43c1-99cf-b379349ca925_Name">
    <vt:lpwstr>Public</vt:lpwstr>
  </property>
  <property fmtid="{D5CDD505-2E9C-101B-9397-08002B2CF9AE}" pid="6" name="MSIP_Label_3eac4d50-75bc-43c1-99cf-b379349ca925_SiteId">
    <vt:lpwstr>fb91bee6-afe0-40d8-91e6-c854aa8db8ad</vt:lpwstr>
  </property>
  <property fmtid="{D5CDD505-2E9C-101B-9397-08002B2CF9AE}" pid="7" name="MSIP_Label_3eac4d50-75bc-43c1-99cf-b379349ca925_ActionId">
    <vt:lpwstr>c0c474b7-f44e-47b9-a012-a442bcaf5054</vt:lpwstr>
  </property>
  <property fmtid="{D5CDD505-2E9C-101B-9397-08002B2CF9AE}" pid="8" name="MSIP_Label_3eac4d50-75bc-43c1-99cf-b379349ca925_ContentBits">
    <vt:lpwstr>0</vt:lpwstr>
  </property>
</Properties>
</file>